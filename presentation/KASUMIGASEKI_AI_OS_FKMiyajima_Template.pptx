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7"/>
  </p:notesMasterIdLst>
  <p:sldIdLst>
    <p:sldId id="2147483645" r:id="rId15"/>
    <p:sldId id="2147483646" r:id="rId16"/>
    <p:sldId id="2147483647" r:id="rId17"/>
    <p:sldId id="256" r:id="rId18"/>
    <p:sldId id="257" r:id="rId19"/>
    <p:sldId id="258" r:id="rId20"/>
    <p:sldId id="259" r:id="rId21"/>
    <p:sldId id="260" r:id="rId2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8B89AC9-AB64-028D-E0EA-8CDAB6FF005A}" name="山口 七星" initials="山七" userId="S::n.yamaguchi@kasumigaseki.co.jp::f3692df2-7686-4390-b3bf-9a553b6c30c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314BD7-F914-4A69-8864-CAE3546A0D34}" v="4" dt="2026-05-29T01:28:37.2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2833802-FEF1-4C79-8D5D-14CF1EAF98D9}" styleName="淡色スタイル 2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淡色スタイル 3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Relationship Id="rId14" Type="http://schemas.microsoft.com/office/2018/10/relationships/authors" Target="authors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山口 七星" userId="f3692df2-7686-4390-b3bf-9a553b6c30cf" providerId="ADAL" clId="{9F1ABF04-B7EC-4556-B6B9-71FDDF24C66E}"/>
    <pc:docChg chg="custSel delSld modSld">
      <pc:chgData name="山口 七星" userId="f3692df2-7686-4390-b3bf-9a553b6c30cf" providerId="ADAL" clId="{9F1ABF04-B7EC-4556-B6B9-71FDDF24C66E}" dt="2026-05-29T03:19:18.350" v="148" actId="20577"/>
      <pc:docMkLst>
        <pc:docMk/>
      </pc:docMkLst>
      <pc:sldChg chg="del">
        <pc:chgData name="山口 七星" userId="f3692df2-7686-4390-b3bf-9a553b6c30cf" providerId="ADAL" clId="{9F1ABF04-B7EC-4556-B6B9-71FDDF24C66E}" dt="2026-05-29T01:28:54.623" v="74" actId="47"/>
        <pc:sldMkLst>
          <pc:docMk/>
          <pc:sldMk cId="4243801059" sldId="411"/>
        </pc:sldMkLst>
      </pc:sldChg>
      <pc:sldChg chg="del">
        <pc:chgData name="山口 七星" userId="f3692df2-7686-4390-b3bf-9a553b6c30cf" providerId="ADAL" clId="{9F1ABF04-B7EC-4556-B6B9-71FDDF24C66E}" dt="2026-05-29T01:28:54.452" v="73" actId="47"/>
        <pc:sldMkLst>
          <pc:docMk/>
          <pc:sldMk cId="201224425" sldId="413"/>
        </pc:sldMkLst>
      </pc:sldChg>
      <pc:sldChg chg="del">
        <pc:chgData name="山口 七星" userId="f3692df2-7686-4390-b3bf-9a553b6c30cf" providerId="ADAL" clId="{9F1ABF04-B7EC-4556-B6B9-71FDDF24C66E}" dt="2026-05-29T01:28:59.478" v="91" actId="47"/>
        <pc:sldMkLst>
          <pc:docMk/>
          <pc:sldMk cId="2576159462" sldId="424"/>
        </pc:sldMkLst>
      </pc:sldChg>
      <pc:sldChg chg="del">
        <pc:chgData name="山口 七星" userId="f3692df2-7686-4390-b3bf-9a553b6c30cf" providerId="ADAL" clId="{9F1ABF04-B7EC-4556-B6B9-71FDDF24C66E}" dt="2026-05-29T01:28:59.672" v="92" actId="47"/>
        <pc:sldMkLst>
          <pc:docMk/>
          <pc:sldMk cId="1580981683" sldId="425"/>
        </pc:sldMkLst>
      </pc:sldChg>
      <pc:sldChg chg="del">
        <pc:chgData name="山口 七星" userId="f3692df2-7686-4390-b3bf-9a553b6c30cf" providerId="ADAL" clId="{9F1ABF04-B7EC-4556-B6B9-71FDDF24C66E}" dt="2026-05-29T01:29:00.250" v="95" actId="47"/>
        <pc:sldMkLst>
          <pc:docMk/>
          <pc:sldMk cId="207762885" sldId="426"/>
        </pc:sldMkLst>
      </pc:sldChg>
      <pc:sldChg chg="del">
        <pc:chgData name="山口 七星" userId="f3692df2-7686-4390-b3bf-9a553b6c30cf" providerId="ADAL" clId="{9F1ABF04-B7EC-4556-B6B9-71FDDF24C66E}" dt="2026-05-29T01:29:01.180" v="96" actId="47"/>
        <pc:sldMkLst>
          <pc:docMk/>
          <pc:sldMk cId="1786369817" sldId="428"/>
        </pc:sldMkLst>
      </pc:sldChg>
      <pc:sldChg chg="del">
        <pc:chgData name="山口 七星" userId="f3692df2-7686-4390-b3bf-9a553b6c30cf" providerId="ADAL" clId="{9F1ABF04-B7EC-4556-B6B9-71FDDF24C66E}" dt="2026-05-29T01:29:00.040" v="94" actId="47"/>
        <pc:sldMkLst>
          <pc:docMk/>
          <pc:sldMk cId="2543196256" sldId="429"/>
        </pc:sldMkLst>
      </pc:sldChg>
      <pc:sldChg chg="del">
        <pc:chgData name="山口 七星" userId="f3692df2-7686-4390-b3bf-9a553b6c30cf" providerId="ADAL" clId="{9F1ABF04-B7EC-4556-B6B9-71FDDF24C66E}" dt="2026-05-29T01:28:59.313" v="90" actId="47"/>
        <pc:sldMkLst>
          <pc:docMk/>
          <pc:sldMk cId="3050644376" sldId="463"/>
        </pc:sldMkLst>
      </pc:sldChg>
      <pc:sldChg chg="modSp mod">
        <pc:chgData name="山口 七星" userId="f3692df2-7686-4390-b3bf-9a553b6c30cf" providerId="ADAL" clId="{9F1ABF04-B7EC-4556-B6B9-71FDDF24C66E}" dt="2026-05-29T03:19:18.350" v="148" actId="20577"/>
        <pc:sldMkLst>
          <pc:docMk/>
          <pc:sldMk cId="2308997880" sldId="485"/>
        </pc:sldMkLst>
        <pc:spChg chg="mod">
          <ac:chgData name="山口 七星" userId="f3692df2-7686-4390-b3bf-9a553b6c30cf" providerId="ADAL" clId="{9F1ABF04-B7EC-4556-B6B9-71FDDF24C66E}" dt="2026-05-29T03:19:18.350" v="148" actId="20577"/>
          <ac:spMkLst>
            <pc:docMk/>
            <pc:sldMk cId="2308997880" sldId="485"/>
            <ac:spMk id="3" creationId="{FE9E7D17-8161-B3EA-84DA-7A1AA9C88AFE}"/>
          </ac:spMkLst>
        </pc:spChg>
      </pc:sldChg>
      <pc:sldChg chg="del">
        <pc:chgData name="山口 七星" userId="f3692df2-7686-4390-b3bf-9a553b6c30cf" providerId="ADAL" clId="{9F1ABF04-B7EC-4556-B6B9-71FDDF24C66E}" dt="2026-05-29T01:28:59.894" v="93" actId="47"/>
        <pc:sldMkLst>
          <pc:docMk/>
          <pc:sldMk cId="3796636241" sldId="486"/>
        </pc:sldMkLst>
      </pc:sldChg>
      <pc:sldChg chg="del">
        <pc:chgData name="山口 七星" userId="f3692df2-7686-4390-b3bf-9a553b6c30cf" providerId="ADAL" clId="{9F1ABF04-B7EC-4556-B6B9-71FDDF24C66E}" dt="2026-05-29T01:28:57.533" v="83" actId="47"/>
        <pc:sldMkLst>
          <pc:docMk/>
          <pc:sldMk cId="689604271" sldId="487"/>
        </pc:sldMkLst>
      </pc:sldChg>
      <pc:sldChg chg="del">
        <pc:chgData name="山口 七星" userId="f3692df2-7686-4390-b3bf-9a553b6c30cf" providerId="ADAL" clId="{9F1ABF04-B7EC-4556-B6B9-71FDDF24C66E}" dt="2026-05-29T01:28:53.364" v="68" actId="47"/>
        <pc:sldMkLst>
          <pc:docMk/>
          <pc:sldMk cId="3524502978" sldId="488"/>
        </pc:sldMkLst>
      </pc:sldChg>
      <pc:sldChg chg="del">
        <pc:chgData name="山口 七星" userId="f3692df2-7686-4390-b3bf-9a553b6c30cf" providerId="ADAL" clId="{9F1ABF04-B7EC-4556-B6B9-71FDDF24C66E}" dt="2026-05-29T01:28:53.198" v="67" actId="47"/>
        <pc:sldMkLst>
          <pc:docMk/>
          <pc:sldMk cId="2715480931" sldId="489"/>
        </pc:sldMkLst>
      </pc:sldChg>
      <pc:sldChg chg="del">
        <pc:chgData name="山口 七星" userId="f3692df2-7686-4390-b3bf-9a553b6c30cf" providerId="ADAL" clId="{9F1ABF04-B7EC-4556-B6B9-71FDDF24C66E}" dt="2026-05-29T01:28:52.720" v="65" actId="47"/>
        <pc:sldMkLst>
          <pc:docMk/>
          <pc:sldMk cId="4243571970" sldId="490"/>
        </pc:sldMkLst>
      </pc:sldChg>
      <pc:sldChg chg="del">
        <pc:chgData name="山口 七星" userId="f3692df2-7686-4390-b3bf-9a553b6c30cf" providerId="ADAL" clId="{9F1ABF04-B7EC-4556-B6B9-71FDDF24C66E}" dt="2026-05-29T01:28:53.977" v="71" actId="47"/>
        <pc:sldMkLst>
          <pc:docMk/>
          <pc:sldMk cId="1910761035" sldId="491"/>
        </pc:sldMkLst>
      </pc:sldChg>
      <pc:sldChg chg="del">
        <pc:chgData name="山口 七星" userId="f3692df2-7686-4390-b3bf-9a553b6c30cf" providerId="ADAL" clId="{9F1ABF04-B7EC-4556-B6B9-71FDDF24C66E}" dt="2026-05-29T01:28:52.499" v="64" actId="47"/>
        <pc:sldMkLst>
          <pc:docMk/>
          <pc:sldMk cId="3347138525" sldId="493"/>
        </pc:sldMkLst>
      </pc:sldChg>
      <pc:sldChg chg="del">
        <pc:chgData name="山口 七星" userId="f3692df2-7686-4390-b3bf-9a553b6c30cf" providerId="ADAL" clId="{9F1ABF04-B7EC-4556-B6B9-71FDDF24C66E}" dt="2026-05-29T01:28:45.829" v="45" actId="47"/>
        <pc:sldMkLst>
          <pc:docMk/>
          <pc:sldMk cId="824413302" sldId="494"/>
        </pc:sldMkLst>
      </pc:sldChg>
      <pc:sldChg chg="del">
        <pc:chgData name="山口 七星" userId="f3692df2-7686-4390-b3bf-9a553b6c30cf" providerId="ADAL" clId="{9F1ABF04-B7EC-4556-B6B9-71FDDF24C66E}" dt="2026-05-29T01:28:57.983" v="84" actId="47"/>
        <pc:sldMkLst>
          <pc:docMk/>
          <pc:sldMk cId="4166885525" sldId="495"/>
        </pc:sldMkLst>
      </pc:sldChg>
      <pc:sldChg chg="del">
        <pc:chgData name="山口 七星" userId="f3692df2-7686-4390-b3bf-9a553b6c30cf" providerId="ADAL" clId="{9F1ABF04-B7EC-4556-B6B9-71FDDF24C66E}" dt="2026-05-29T01:28:53.003" v="66" actId="47"/>
        <pc:sldMkLst>
          <pc:docMk/>
          <pc:sldMk cId="2058700689" sldId="496"/>
        </pc:sldMkLst>
      </pc:sldChg>
      <pc:sldChg chg="del">
        <pc:chgData name="山口 七星" userId="f3692df2-7686-4390-b3bf-9a553b6c30cf" providerId="ADAL" clId="{9F1ABF04-B7EC-4556-B6B9-71FDDF24C66E}" dt="2026-05-29T01:28:53.719" v="70" actId="47"/>
        <pc:sldMkLst>
          <pc:docMk/>
          <pc:sldMk cId="2901625504" sldId="497"/>
        </pc:sldMkLst>
      </pc:sldChg>
      <pc:sldChg chg="del">
        <pc:chgData name="山口 七星" userId="f3692df2-7686-4390-b3bf-9a553b6c30cf" providerId="ADAL" clId="{9F1ABF04-B7EC-4556-B6B9-71FDDF24C66E}" dt="2026-05-29T01:28:54.171" v="72" actId="47"/>
        <pc:sldMkLst>
          <pc:docMk/>
          <pc:sldMk cId="284290101" sldId="498"/>
        </pc:sldMkLst>
      </pc:sldChg>
      <pc:sldChg chg="del">
        <pc:chgData name="山口 七星" userId="f3692df2-7686-4390-b3bf-9a553b6c30cf" providerId="ADAL" clId="{9F1ABF04-B7EC-4556-B6B9-71FDDF24C66E}" dt="2026-05-29T01:28:55.007" v="75" actId="47"/>
        <pc:sldMkLst>
          <pc:docMk/>
          <pc:sldMk cId="1256755156" sldId="499"/>
        </pc:sldMkLst>
      </pc:sldChg>
      <pc:sldChg chg="del">
        <pc:chgData name="山口 七星" userId="f3692df2-7686-4390-b3bf-9a553b6c30cf" providerId="ADAL" clId="{9F1ABF04-B7EC-4556-B6B9-71FDDF24C66E}" dt="2026-05-29T01:28:55.397" v="76" actId="47"/>
        <pc:sldMkLst>
          <pc:docMk/>
          <pc:sldMk cId="3446362795" sldId="500"/>
        </pc:sldMkLst>
      </pc:sldChg>
      <pc:sldChg chg="del">
        <pc:chgData name="山口 七星" userId="f3692df2-7686-4390-b3bf-9a553b6c30cf" providerId="ADAL" clId="{9F1ABF04-B7EC-4556-B6B9-71FDDF24C66E}" dt="2026-05-29T01:28:55.718" v="77" actId="47"/>
        <pc:sldMkLst>
          <pc:docMk/>
          <pc:sldMk cId="2766935266" sldId="501"/>
        </pc:sldMkLst>
      </pc:sldChg>
      <pc:sldChg chg="del">
        <pc:chgData name="山口 七星" userId="f3692df2-7686-4390-b3bf-9a553b6c30cf" providerId="ADAL" clId="{9F1ABF04-B7EC-4556-B6B9-71FDDF24C66E}" dt="2026-05-29T01:28:55.990" v="78" actId="47"/>
        <pc:sldMkLst>
          <pc:docMk/>
          <pc:sldMk cId="417829419" sldId="502"/>
        </pc:sldMkLst>
      </pc:sldChg>
      <pc:sldChg chg="del">
        <pc:chgData name="山口 七星" userId="f3692df2-7686-4390-b3bf-9a553b6c30cf" providerId="ADAL" clId="{9F1ABF04-B7EC-4556-B6B9-71FDDF24C66E}" dt="2026-05-29T01:28:56.318" v="79" actId="47"/>
        <pc:sldMkLst>
          <pc:docMk/>
          <pc:sldMk cId="344817116" sldId="504"/>
        </pc:sldMkLst>
      </pc:sldChg>
      <pc:sldChg chg="del">
        <pc:chgData name="山口 七星" userId="f3692df2-7686-4390-b3bf-9a553b6c30cf" providerId="ADAL" clId="{9F1ABF04-B7EC-4556-B6B9-71FDDF24C66E}" dt="2026-05-29T01:28:45.172" v="44" actId="47"/>
        <pc:sldMkLst>
          <pc:docMk/>
          <pc:sldMk cId="2592525419" sldId="506"/>
        </pc:sldMkLst>
      </pc:sldChg>
      <pc:sldChg chg="del">
        <pc:chgData name="山口 七星" userId="f3692df2-7686-4390-b3bf-9a553b6c30cf" providerId="ADAL" clId="{9F1ABF04-B7EC-4556-B6B9-71FDDF24C66E}" dt="2026-05-29T01:28:47.100" v="47" actId="47"/>
        <pc:sldMkLst>
          <pc:docMk/>
          <pc:sldMk cId="1101575753" sldId="510"/>
        </pc:sldMkLst>
      </pc:sldChg>
      <pc:sldChg chg="del">
        <pc:chgData name="山口 七星" userId="f3692df2-7686-4390-b3bf-9a553b6c30cf" providerId="ADAL" clId="{9F1ABF04-B7EC-4556-B6B9-71FDDF24C66E}" dt="2026-05-29T01:28:48.003" v="49" actId="47"/>
        <pc:sldMkLst>
          <pc:docMk/>
          <pc:sldMk cId="388507654" sldId="511"/>
        </pc:sldMkLst>
      </pc:sldChg>
      <pc:sldChg chg="del">
        <pc:chgData name="山口 七星" userId="f3692df2-7686-4390-b3bf-9a553b6c30cf" providerId="ADAL" clId="{9F1ABF04-B7EC-4556-B6B9-71FDDF24C66E}" dt="2026-05-29T01:28:50.350" v="55" actId="47"/>
        <pc:sldMkLst>
          <pc:docMk/>
          <pc:sldMk cId="3359933179" sldId="512"/>
        </pc:sldMkLst>
      </pc:sldChg>
      <pc:sldChg chg="del">
        <pc:chgData name="山口 七星" userId="f3692df2-7686-4390-b3bf-9a553b6c30cf" providerId="ADAL" clId="{9F1ABF04-B7EC-4556-B6B9-71FDDF24C66E}" dt="2026-05-29T01:28:47.497" v="48" actId="47"/>
        <pc:sldMkLst>
          <pc:docMk/>
          <pc:sldMk cId="2890638990" sldId="515"/>
        </pc:sldMkLst>
      </pc:sldChg>
      <pc:sldChg chg="del">
        <pc:chgData name="山口 七星" userId="f3692df2-7686-4390-b3bf-9a553b6c30cf" providerId="ADAL" clId="{9F1ABF04-B7EC-4556-B6B9-71FDDF24C66E}" dt="2026-05-29T01:28:48.417" v="50" actId="47"/>
        <pc:sldMkLst>
          <pc:docMk/>
          <pc:sldMk cId="921526584" sldId="517"/>
        </pc:sldMkLst>
      </pc:sldChg>
      <pc:sldChg chg="del">
        <pc:chgData name="山口 七星" userId="f3692df2-7686-4390-b3bf-9a553b6c30cf" providerId="ADAL" clId="{9F1ABF04-B7EC-4556-B6B9-71FDDF24C66E}" dt="2026-05-29T01:28:49.227" v="52" actId="47"/>
        <pc:sldMkLst>
          <pc:docMk/>
          <pc:sldMk cId="433393768" sldId="518"/>
        </pc:sldMkLst>
      </pc:sldChg>
      <pc:sldChg chg="del">
        <pc:chgData name="山口 七星" userId="f3692df2-7686-4390-b3bf-9a553b6c30cf" providerId="ADAL" clId="{9F1ABF04-B7EC-4556-B6B9-71FDDF24C66E}" dt="2026-05-29T01:28:56.637" v="80" actId="47"/>
        <pc:sldMkLst>
          <pc:docMk/>
          <pc:sldMk cId="555580099" sldId="519"/>
        </pc:sldMkLst>
      </pc:sldChg>
      <pc:sldChg chg="del">
        <pc:chgData name="山口 七星" userId="f3692df2-7686-4390-b3bf-9a553b6c30cf" providerId="ADAL" clId="{9F1ABF04-B7EC-4556-B6B9-71FDDF24C66E}" dt="2026-05-29T01:28:52.295" v="63" actId="47"/>
        <pc:sldMkLst>
          <pc:docMk/>
          <pc:sldMk cId="2329462543" sldId="520"/>
        </pc:sldMkLst>
      </pc:sldChg>
      <pc:sldChg chg="del">
        <pc:chgData name="山口 七星" userId="f3692df2-7686-4390-b3bf-9a553b6c30cf" providerId="ADAL" clId="{9F1ABF04-B7EC-4556-B6B9-71FDDF24C66E}" dt="2026-05-29T01:28:53.546" v="69" actId="47"/>
        <pc:sldMkLst>
          <pc:docMk/>
          <pc:sldMk cId="4235312" sldId="521"/>
        </pc:sldMkLst>
      </pc:sldChg>
      <pc:sldChg chg="del">
        <pc:chgData name="山口 七星" userId="f3692df2-7686-4390-b3bf-9a553b6c30cf" providerId="ADAL" clId="{9F1ABF04-B7EC-4556-B6B9-71FDDF24C66E}" dt="2026-05-29T01:28:46.596" v="46" actId="47"/>
        <pc:sldMkLst>
          <pc:docMk/>
          <pc:sldMk cId="2348236610" sldId="522"/>
        </pc:sldMkLst>
      </pc:sldChg>
      <pc:sldChg chg="del">
        <pc:chgData name="山口 七星" userId="f3692df2-7686-4390-b3bf-9a553b6c30cf" providerId="ADAL" clId="{9F1ABF04-B7EC-4556-B6B9-71FDDF24C66E}" dt="2026-05-29T01:28:49.580" v="53" actId="47"/>
        <pc:sldMkLst>
          <pc:docMk/>
          <pc:sldMk cId="596997454" sldId="524"/>
        </pc:sldMkLst>
      </pc:sldChg>
      <pc:sldChg chg="del">
        <pc:chgData name="山口 七星" userId="f3692df2-7686-4390-b3bf-9a553b6c30cf" providerId="ADAL" clId="{9F1ABF04-B7EC-4556-B6B9-71FDDF24C66E}" dt="2026-05-29T01:28:59.156" v="89" actId="47"/>
        <pc:sldMkLst>
          <pc:docMk/>
          <pc:sldMk cId="1513139784" sldId="2147481759"/>
        </pc:sldMkLst>
      </pc:sldChg>
      <pc:sldChg chg="del">
        <pc:chgData name="山口 七星" userId="f3692df2-7686-4390-b3bf-9a553b6c30cf" providerId="ADAL" clId="{9F1ABF04-B7EC-4556-B6B9-71FDDF24C66E}" dt="2026-05-29T01:28:58.704" v="87" actId="47"/>
        <pc:sldMkLst>
          <pc:docMk/>
          <pc:sldMk cId="4271617920" sldId="2147483575"/>
        </pc:sldMkLst>
      </pc:sldChg>
      <pc:sldChg chg="del">
        <pc:chgData name="山口 七星" userId="f3692df2-7686-4390-b3bf-9a553b6c30cf" providerId="ADAL" clId="{9F1ABF04-B7EC-4556-B6B9-71FDDF24C66E}" dt="2026-05-29T01:28:58.920" v="88" actId="47"/>
        <pc:sldMkLst>
          <pc:docMk/>
          <pc:sldMk cId="1557517821" sldId="2147483578"/>
        </pc:sldMkLst>
      </pc:sldChg>
      <pc:sldChg chg="del">
        <pc:chgData name="山口 七星" userId="f3692df2-7686-4390-b3bf-9a553b6c30cf" providerId="ADAL" clId="{9F1ABF04-B7EC-4556-B6B9-71FDDF24C66E}" dt="2026-05-29T01:28:51.208" v="58" actId="47"/>
        <pc:sldMkLst>
          <pc:docMk/>
          <pc:sldMk cId="2585788378" sldId="2147483583"/>
        </pc:sldMkLst>
      </pc:sldChg>
      <pc:sldChg chg="del">
        <pc:chgData name="山口 七星" userId="f3692df2-7686-4390-b3bf-9a553b6c30cf" providerId="ADAL" clId="{9F1ABF04-B7EC-4556-B6B9-71FDDF24C66E}" dt="2026-05-29T01:28:51.480" v="59" actId="47"/>
        <pc:sldMkLst>
          <pc:docMk/>
          <pc:sldMk cId="243775524" sldId="2147483584"/>
        </pc:sldMkLst>
      </pc:sldChg>
      <pc:sldChg chg="del">
        <pc:chgData name="山口 七星" userId="f3692df2-7686-4390-b3bf-9a553b6c30cf" providerId="ADAL" clId="{9F1ABF04-B7EC-4556-B6B9-71FDDF24C66E}" dt="2026-05-29T01:28:51.678" v="60" actId="47"/>
        <pc:sldMkLst>
          <pc:docMk/>
          <pc:sldMk cId="554542148" sldId="2147483585"/>
        </pc:sldMkLst>
      </pc:sldChg>
      <pc:sldChg chg="del">
        <pc:chgData name="山口 七星" userId="f3692df2-7686-4390-b3bf-9a553b6c30cf" providerId="ADAL" clId="{9F1ABF04-B7EC-4556-B6B9-71FDDF24C66E}" dt="2026-05-29T01:28:58.164" v="85" actId="47"/>
        <pc:sldMkLst>
          <pc:docMk/>
          <pc:sldMk cId="1604484619" sldId="2147483626"/>
        </pc:sldMkLst>
      </pc:sldChg>
      <pc:sldChg chg="del">
        <pc:chgData name="山口 七星" userId="f3692df2-7686-4390-b3bf-9a553b6c30cf" providerId="ADAL" clId="{9F1ABF04-B7EC-4556-B6B9-71FDDF24C66E}" dt="2026-05-29T01:28:58.401" v="86" actId="47"/>
        <pc:sldMkLst>
          <pc:docMk/>
          <pc:sldMk cId="743653938" sldId="2147483629"/>
        </pc:sldMkLst>
      </pc:sldChg>
      <pc:sldChg chg="del">
        <pc:chgData name="山口 七星" userId="f3692df2-7686-4390-b3bf-9a553b6c30cf" providerId="ADAL" clId="{9F1ABF04-B7EC-4556-B6B9-71FDDF24C66E}" dt="2026-05-29T01:28:50.648" v="56" actId="47"/>
        <pc:sldMkLst>
          <pc:docMk/>
          <pc:sldMk cId="3598789773" sldId="2147483633"/>
        </pc:sldMkLst>
      </pc:sldChg>
      <pc:sldChg chg="del">
        <pc:chgData name="山口 七星" userId="f3692df2-7686-4390-b3bf-9a553b6c30cf" providerId="ADAL" clId="{9F1ABF04-B7EC-4556-B6B9-71FDDF24C66E}" dt="2026-05-29T01:28:50.930" v="57" actId="47"/>
        <pc:sldMkLst>
          <pc:docMk/>
          <pc:sldMk cId="2023907214" sldId="2147483635"/>
        </pc:sldMkLst>
      </pc:sldChg>
      <pc:sldChg chg="del">
        <pc:chgData name="山口 七星" userId="f3692df2-7686-4390-b3bf-9a553b6c30cf" providerId="ADAL" clId="{9F1ABF04-B7EC-4556-B6B9-71FDDF24C66E}" dt="2026-05-29T01:28:57.221" v="82" actId="47"/>
        <pc:sldMkLst>
          <pc:docMk/>
          <pc:sldMk cId="70594444" sldId="2147483636"/>
        </pc:sldMkLst>
      </pc:sldChg>
      <pc:sldChg chg="del">
        <pc:chgData name="山口 七星" userId="f3692df2-7686-4390-b3bf-9a553b6c30cf" providerId="ADAL" clId="{9F1ABF04-B7EC-4556-B6B9-71FDDF24C66E}" dt="2026-05-29T01:28:56.993" v="81" actId="47"/>
        <pc:sldMkLst>
          <pc:docMk/>
          <pc:sldMk cId="2733283925" sldId="2147483637"/>
        </pc:sldMkLst>
      </pc:sldChg>
      <pc:sldChg chg="del">
        <pc:chgData name="山口 七星" userId="f3692df2-7686-4390-b3bf-9a553b6c30cf" providerId="ADAL" clId="{9F1ABF04-B7EC-4556-B6B9-71FDDF24C66E}" dt="2026-05-29T01:28:48.829" v="51" actId="47"/>
        <pc:sldMkLst>
          <pc:docMk/>
          <pc:sldMk cId="3183297051" sldId="2147483638"/>
        </pc:sldMkLst>
      </pc:sldChg>
      <pc:sldChg chg="del">
        <pc:chgData name="山口 七星" userId="f3692df2-7686-4390-b3bf-9a553b6c30cf" providerId="ADAL" clId="{9F1ABF04-B7EC-4556-B6B9-71FDDF24C66E}" dt="2026-05-29T01:28:51.990" v="61" actId="47"/>
        <pc:sldMkLst>
          <pc:docMk/>
          <pc:sldMk cId="1606122034" sldId="2147483639"/>
        </pc:sldMkLst>
      </pc:sldChg>
      <pc:sldChg chg="del">
        <pc:chgData name="山口 七星" userId="f3692df2-7686-4390-b3bf-9a553b6c30cf" providerId="ADAL" clId="{9F1ABF04-B7EC-4556-B6B9-71FDDF24C66E}" dt="2026-05-29T01:28:52.087" v="62" actId="47"/>
        <pc:sldMkLst>
          <pc:docMk/>
          <pc:sldMk cId="144151856" sldId="2147483642"/>
        </pc:sldMkLst>
      </pc:sldChg>
      <pc:sldChg chg="del">
        <pc:chgData name="山口 七星" userId="f3692df2-7686-4390-b3bf-9a553b6c30cf" providerId="ADAL" clId="{9F1ABF04-B7EC-4556-B6B9-71FDDF24C66E}" dt="2026-05-29T01:28:49.999" v="54" actId="47"/>
        <pc:sldMkLst>
          <pc:docMk/>
          <pc:sldMk cId="1989828157" sldId="2147483643"/>
        </pc:sldMkLst>
      </pc:sldChg>
      <pc:sldChg chg="modSp mod modNotesTx">
        <pc:chgData name="山口 七星" userId="f3692df2-7686-4390-b3bf-9a553b6c30cf" providerId="ADAL" clId="{9F1ABF04-B7EC-4556-B6B9-71FDDF24C66E}" dt="2026-05-29T01:29:06.082" v="97" actId="20577"/>
        <pc:sldMkLst>
          <pc:docMk/>
          <pc:sldMk cId="2776381427" sldId="2147483644"/>
        </pc:sldMkLst>
        <pc:spChg chg="mod">
          <ac:chgData name="山口 七星" userId="f3692df2-7686-4390-b3bf-9a553b6c30cf" providerId="ADAL" clId="{9F1ABF04-B7EC-4556-B6B9-71FDDF24C66E}" dt="2026-05-29T01:28:37.250" v="27"/>
          <ac:spMkLst>
            <pc:docMk/>
            <pc:sldMk cId="2776381427" sldId="2147483644"/>
            <ac:spMk id="2" creationId="{2DAE35C4-5DAC-AA4C-A825-49B5B5F55AA5}"/>
          </ac:spMkLst>
        </pc:spChg>
        <pc:spChg chg="mod">
          <ac:chgData name="山口 七星" userId="f3692df2-7686-4390-b3bf-9a553b6c30cf" providerId="ADAL" clId="{9F1ABF04-B7EC-4556-B6B9-71FDDF24C66E}" dt="2026-05-29T01:28:44.396" v="43" actId="20577"/>
          <ac:spMkLst>
            <pc:docMk/>
            <pc:sldMk cId="2776381427" sldId="2147483644"/>
            <ac:spMk id="3" creationId="{8C0D7A5F-DF7F-9723-F1EA-AA66FE8A7C46}"/>
          </ac:spMkLst>
        </pc:spChg>
      </pc:sldChg>
      <pc:sldMasterChg chg="delSldLayout">
        <pc:chgData name="山口 七星" userId="f3692df2-7686-4390-b3bf-9a553b6c30cf" providerId="ADAL" clId="{9F1ABF04-B7EC-4556-B6B9-71FDDF24C66E}" dt="2026-05-29T01:28:59.156" v="89" actId="47"/>
        <pc:sldMasterMkLst>
          <pc:docMk/>
          <pc:sldMasterMk cId="3969612095" sldId="2147483672"/>
        </pc:sldMasterMkLst>
        <pc:sldLayoutChg chg="del">
          <pc:chgData name="山口 七星" userId="f3692df2-7686-4390-b3bf-9a553b6c30cf" providerId="ADAL" clId="{9F1ABF04-B7EC-4556-B6B9-71FDDF24C66E}" dt="2026-05-29T01:28:59.156" v="89" actId="47"/>
          <pc:sldLayoutMkLst>
            <pc:docMk/>
            <pc:sldMasterMk cId="3969612095" sldId="2147483672"/>
            <pc:sldLayoutMk cId="1571873467" sldId="2147483703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2E1B00-307C-472E-8C6E-C30C187CB000}" type="datetimeFigureOut">
              <a:t>2026/5/29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DD9F41-3BFF-45D4-820D-70B5373EDC52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6496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gi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gi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gi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84868" y="3686673"/>
            <a:ext cx="4094369" cy="811063"/>
          </a:xfrm>
        </p:spPr>
        <p:txBody>
          <a:bodyPr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300"/>
              </a:spcBef>
              <a:buNone/>
              <a:defRPr sz="14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日付</a:t>
            </a:r>
            <a:r>
              <a:rPr lang="en-US" altLang="ja-JP"/>
              <a:t>/</a:t>
            </a:r>
            <a:r>
              <a:rPr lang="ja-JP" altLang="en-US"/>
              <a:t>社名</a:t>
            </a:r>
            <a:r>
              <a:rPr lang="en-US" altLang="ja-JP"/>
              <a:t>/</a:t>
            </a:r>
            <a:r>
              <a:rPr lang="ja-JP" altLang="en-US"/>
              <a:t>証券コード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93993"/>
            <a:ext cx="10564837" cy="95334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300"/>
              </a:spcBef>
              <a:defRPr sz="2400" b="1">
                <a:latin typeface="+mn-ea"/>
                <a:ea typeface="+mn-ea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34F2C9D-6FCC-4FB2-914D-476A6D73A5E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22" b="7818"/>
          <a:stretch/>
        </p:blipFill>
        <p:spPr>
          <a:xfrm>
            <a:off x="521566" y="382362"/>
            <a:ext cx="3372378" cy="396999"/>
          </a:xfrm>
          <a:prstGeom prst="rect">
            <a:avLst/>
          </a:prstGeom>
        </p:spPr>
      </p:pic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BCEAE399-6538-4D67-8F05-BAB254FD83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2158916"/>
            <a:ext cx="3297870" cy="41948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600" b="0"/>
            </a:lvl1pPr>
          </a:lstStyle>
          <a:p>
            <a:pPr lvl="0"/>
            <a:r>
              <a:rPr kumimoji="1" lang="ja-JP" altLang="en-US"/>
              <a:t>会社名</a:t>
            </a:r>
          </a:p>
        </p:txBody>
      </p:sp>
      <p:sp>
        <p:nvSpPr>
          <p:cNvPr id="18" name="テキスト プレースホルダー 17">
            <a:extLst>
              <a:ext uri="{FF2B5EF4-FFF2-40B4-BE49-F238E27FC236}">
                <a16:creationId xmlns:a16="http://schemas.microsoft.com/office/drawing/2014/main" id="{CCFC3CD7-CDD8-4E40-89F3-6DAB1F13C9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52694" y="11336882"/>
            <a:ext cx="2688197" cy="292969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100" b="1"/>
            </a:lvl1pPr>
          </a:lstStyle>
          <a:p>
            <a:pPr lvl="0"/>
            <a:r>
              <a:rPr kumimoji="1" lang="ja-JP" altLang="en-US"/>
              <a:t>日付</a:t>
            </a:r>
          </a:p>
        </p:txBody>
      </p:sp>
    </p:spTree>
    <p:extLst>
      <p:ext uri="{BB962C8B-B14F-4D97-AF65-F5344CB8AC3E}">
        <p14:creationId xmlns:p14="http://schemas.microsoft.com/office/powerpoint/2010/main" val="1171337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中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E7670C0-5D79-4EDA-9C3E-824703A3BD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1185" y="2809875"/>
            <a:ext cx="1019077" cy="828000"/>
          </a:xfrm>
          <a:noFill/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buFontTx/>
              <a:buNone/>
              <a:defRPr sz="2400" b="1">
                <a:solidFill>
                  <a:schemeClr val="accent2">
                    <a:lumMod val="75000"/>
                  </a:schemeClr>
                </a:solidFill>
              </a:defRPr>
            </a:lvl1pPr>
            <a:lvl2pPr marL="266700" indent="0">
              <a:buFontTx/>
              <a:buNone/>
              <a:defRPr/>
            </a:lvl2pPr>
            <a:lvl3pPr marL="534988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番号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4933" y="2809875"/>
            <a:ext cx="9635882" cy="8280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9F0A675-3E40-46C0-8F86-DA741582ED24}"/>
              </a:ext>
            </a:extLst>
          </p:cNvPr>
          <p:cNvSpPr txBox="1"/>
          <p:nvPr/>
        </p:nvSpPr>
        <p:spPr>
          <a:xfrm>
            <a:off x="11540816" y="6516707"/>
            <a:ext cx="45554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F7A9632-D6C5-4E2F-852B-E16C884A83D3}" type="slidenum">
              <a:rPr kumimoji="1" lang="ja-JP" altLang="en-US" sz="1050" smtClean="0">
                <a:solidFill>
                  <a:schemeClr val="bg1">
                    <a:lumMod val="50000"/>
                  </a:schemeClr>
                </a:solidFill>
              </a:rPr>
              <a:pPr algn="r"/>
              <a:t>‹#›</a:t>
            </a:fld>
            <a:endParaRPr kumimoji="1" lang="ja-JP" altLang="en-US" sz="105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CF05F72-0B47-4A1E-8B8F-6A1F7EF13486}"/>
              </a:ext>
            </a:extLst>
          </p:cNvPr>
          <p:cNvSpPr txBox="1"/>
          <p:nvPr/>
        </p:nvSpPr>
        <p:spPr>
          <a:xfrm>
            <a:off x="7350798" y="6535943"/>
            <a:ext cx="42838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sz="800">
                <a:latin typeface="+mn-ea"/>
                <a:ea typeface="+mn-ea"/>
              </a:rPr>
              <a:t>Copyright(c) Kasumigaseki Capital Co.,</a:t>
            </a:r>
            <a:r>
              <a:rPr kumimoji="1" lang="ja-JP" altLang="en-US" sz="800">
                <a:latin typeface="+mn-ea"/>
                <a:ea typeface="+mn-ea"/>
              </a:rPr>
              <a:t> </a:t>
            </a:r>
            <a:r>
              <a:rPr kumimoji="1" lang="en-US" altLang="ja-JP" sz="800">
                <a:latin typeface="+mn-ea"/>
                <a:ea typeface="+mn-ea"/>
              </a:rPr>
              <a:t>Ltd. ALL Rights Reserved.</a:t>
            </a:r>
            <a:endParaRPr kumimoji="1" lang="ja-JP" altLang="en-US" sz="80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74624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46800" tIns="18000" rIns="468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3200"/>
            </a:lvl1pPr>
          </a:lstStyle>
          <a:p>
            <a:r>
              <a:rPr lang="en-US"/>
              <a:t>Slid Title</a:t>
            </a:r>
          </a:p>
        </p:txBody>
      </p:sp>
      <p:sp>
        <p:nvSpPr>
          <p:cNvPr id="26" name="テキスト プレースホルダー 25">
            <a:extLst>
              <a:ext uri="{FF2B5EF4-FFF2-40B4-BE49-F238E27FC236}">
                <a16:creationId xmlns:a16="http://schemas.microsoft.com/office/drawing/2014/main" id="{27E15703-51FE-43D1-8B43-B46B159C51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70106" y="1599694"/>
            <a:ext cx="576000" cy="468000"/>
          </a:xfrm>
          <a:noFill/>
        </p:spPr>
        <p:txBody>
          <a:bodyPr lIns="46800" tIns="18000" rIns="46800" bIns="18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buFontTx/>
              <a:buNone/>
              <a:defRPr sz="1800" b="1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lvl="0"/>
            <a:r>
              <a:rPr kumimoji="1" lang="en-US" altLang="ja-JP"/>
              <a:t>No.</a:t>
            </a:r>
            <a:endParaRPr kumimoji="1" lang="ja-JP" altLang="en-US"/>
          </a:p>
        </p:txBody>
      </p:sp>
      <p:sp>
        <p:nvSpPr>
          <p:cNvPr id="27" name="テキスト プレースホルダー 25">
            <a:extLst>
              <a:ext uri="{FF2B5EF4-FFF2-40B4-BE49-F238E27FC236}">
                <a16:creationId xmlns:a16="http://schemas.microsoft.com/office/drawing/2014/main" id="{2D0817B2-1A7F-4EE8-9435-110C7960FA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93072" y="1599694"/>
            <a:ext cx="7643817" cy="468000"/>
          </a:xfrm>
        </p:spPr>
        <p:txBody>
          <a:bodyPr lIns="46800" tIns="18000" rIns="46800" bIns="1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800" b="1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8" name="テキスト プレースホルダー 25">
            <a:extLst>
              <a:ext uri="{FF2B5EF4-FFF2-40B4-BE49-F238E27FC236}">
                <a16:creationId xmlns:a16="http://schemas.microsoft.com/office/drawing/2014/main" id="{5E1C9379-3D1B-46F7-83AB-0710091197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70106" y="2246736"/>
            <a:ext cx="576000" cy="468000"/>
          </a:xfrm>
          <a:noFill/>
        </p:spPr>
        <p:txBody>
          <a:bodyPr lIns="46800" tIns="18000" rIns="46800" bIns="18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buFontTx/>
              <a:buNone/>
              <a:defRPr sz="1800" b="1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lvl="0"/>
            <a:r>
              <a:rPr kumimoji="1" lang="en-US" altLang="ja-JP"/>
              <a:t>No.</a:t>
            </a:r>
            <a:endParaRPr kumimoji="1" lang="ja-JP" altLang="en-US"/>
          </a:p>
        </p:txBody>
      </p:sp>
      <p:sp>
        <p:nvSpPr>
          <p:cNvPr id="29" name="テキスト プレースホルダー 25">
            <a:extLst>
              <a:ext uri="{FF2B5EF4-FFF2-40B4-BE49-F238E27FC236}">
                <a16:creationId xmlns:a16="http://schemas.microsoft.com/office/drawing/2014/main" id="{D3B53327-4A53-47D1-826C-93DFD4850D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93072" y="2246736"/>
            <a:ext cx="7643817" cy="468000"/>
          </a:xfrm>
        </p:spPr>
        <p:txBody>
          <a:bodyPr lIns="46800" tIns="18000" rIns="46800" bIns="1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800" b="1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30" name="テキスト プレースホルダー 25">
            <a:extLst>
              <a:ext uri="{FF2B5EF4-FFF2-40B4-BE49-F238E27FC236}">
                <a16:creationId xmlns:a16="http://schemas.microsoft.com/office/drawing/2014/main" id="{52329EA2-54C1-4E72-B6C6-0DA516E0DFB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70106" y="2893778"/>
            <a:ext cx="576000" cy="468000"/>
          </a:xfrm>
          <a:noFill/>
        </p:spPr>
        <p:txBody>
          <a:bodyPr lIns="46800" tIns="18000" rIns="46800" bIns="18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buFontTx/>
              <a:buNone/>
              <a:defRPr sz="1800" b="1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lvl="0"/>
            <a:r>
              <a:rPr kumimoji="1" lang="en-US" altLang="ja-JP"/>
              <a:t>No.</a:t>
            </a:r>
            <a:endParaRPr kumimoji="1" lang="ja-JP" altLang="en-US"/>
          </a:p>
        </p:txBody>
      </p:sp>
      <p:sp>
        <p:nvSpPr>
          <p:cNvPr id="31" name="テキスト プレースホルダー 25">
            <a:extLst>
              <a:ext uri="{FF2B5EF4-FFF2-40B4-BE49-F238E27FC236}">
                <a16:creationId xmlns:a16="http://schemas.microsoft.com/office/drawing/2014/main" id="{1491E0C1-2FAE-41AB-B177-7CDE0832DBA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093072" y="2893778"/>
            <a:ext cx="7643817" cy="468000"/>
          </a:xfrm>
        </p:spPr>
        <p:txBody>
          <a:bodyPr lIns="46800" tIns="18000" rIns="46800" bIns="1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800" b="1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35" name="テキスト プレースホルダー 25">
            <a:extLst>
              <a:ext uri="{FF2B5EF4-FFF2-40B4-BE49-F238E27FC236}">
                <a16:creationId xmlns:a16="http://schemas.microsoft.com/office/drawing/2014/main" id="{2AC8A78C-D987-4694-A185-6CB347521D9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70106" y="3540820"/>
            <a:ext cx="576000" cy="468000"/>
          </a:xfrm>
          <a:noFill/>
        </p:spPr>
        <p:txBody>
          <a:bodyPr lIns="46800" tIns="18000" rIns="46800" bIns="18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buFontTx/>
              <a:buNone/>
              <a:defRPr sz="1800" b="1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lvl="0"/>
            <a:r>
              <a:rPr kumimoji="1" lang="en-US" altLang="ja-JP"/>
              <a:t>No.</a:t>
            </a:r>
            <a:endParaRPr kumimoji="1" lang="ja-JP" altLang="en-US"/>
          </a:p>
        </p:txBody>
      </p:sp>
      <p:sp>
        <p:nvSpPr>
          <p:cNvPr id="36" name="テキスト プレースホルダー 25">
            <a:extLst>
              <a:ext uri="{FF2B5EF4-FFF2-40B4-BE49-F238E27FC236}">
                <a16:creationId xmlns:a16="http://schemas.microsoft.com/office/drawing/2014/main" id="{FC1821EC-DA3A-40E7-AF7C-2AE178AB7B7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093072" y="3540820"/>
            <a:ext cx="7643817" cy="468000"/>
          </a:xfrm>
        </p:spPr>
        <p:txBody>
          <a:bodyPr lIns="46800" tIns="18000" rIns="46800" bIns="1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800" b="1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3" name="テキスト プレースホルダー 25">
            <a:extLst>
              <a:ext uri="{FF2B5EF4-FFF2-40B4-BE49-F238E27FC236}">
                <a16:creationId xmlns:a16="http://schemas.microsoft.com/office/drawing/2014/main" id="{139C017B-BC4A-4E1C-AECA-AE8C0150BE0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70106" y="4187862"/>
            <a:ext cx="576000" cy="468000"/>
          </a:xfrm>
          <a:noFill/>
        </p:spPr>
        <p:txBody>
          <a:bodyPr lIns="46800" tIns="18000" rIns="46800" bIns="18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buFontTx/>
              <a:buNone/>
              <a:defRPr sz="1800" b="1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lvl="0"/>
            <a:r>
              <a:rPr kumimoji="1" lang="en-US" altLang="ja-JP"/>
              <a:t>No.</a:t>
            </a:r>
            <a:endParaRPr kumimoji="1" lang="ja-JP" altLang="en-US"/>
          </a:p>
        </p:txBody>
      </p:sp>
      <p:sp>
        <p:nvSpPr>
          <p:cNvPr id="24" name="テキスト プレースホルダー 25">
            <a:extLst>
              <a:ext uri="{FF2B5EF4-FFF2-40B4-BE49-F238E27FC236}">
                <a16:creationId xmlns:a16="http://schemas.microsoft.com/office/drawing/2014/main" id="{89D8A994-47A6-402A-A700-56B55A9DBD1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093072" y="4187862"/>
            <a:ext cx="7643817" cy="468000"/>
          </a:xfrm>
        </p:spPr>
        <p:txBody>
          <a:bodyPr lIns="46800" tIns="18000" rIns="46800" bIns="1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800" b="1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4" name="テキスト プレースホルダー 25">
            <a:extLst>
              <a:ext uri="{FF2B5EF4-FFF2-40B4-BE49-F238E27FC236}">
                <a16:creationId xmlns:a16="http://schemas.microsoft.com/office/drawing/2014/main" id="{42DC790B-DFDF-4C11-8C29-6E114F4FB2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70106" y="5323537"/>
            <a:ext cx="576000" cy="468000"/>
          </a:xfrm>
          <a:noFill/>
        </p:spPr>
        <p:txBody>
          <a:bodyPr lIns="46800" tIns="18000" rIns="46800" bIns="18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buFontTx/>
              <a:buNone/>
              <a:defRPr sz="1800" b="1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lvl="0"/>
            <a:r>
              <a:rPr kumimoji="1" lang="en-US" altLang="ja-JP"/>
              <a:t>No.</a:t>
            </a:r>
            <a:endParaRPr kumimoji="1" lang="ja-JP" altLang="en-US"/>
          </a:p>
        </p:txBody>
      </p:sp>
      <p:sp>
        <p:nvSpPr>
          <p:cNvPr id="45" name="テキスト プレースホルダー 25">
            <a:extLst>
              <a:ext uri="{FF2B5EF4-FFF2-40B4-BE49-F238E27FC236}">
                <a16:creationId xmlns:a16="http://schemas.microsoft.com/office/drawing/2014/main" id="{9BC7AF6F-EDC1-4606-BB3D-2C7F3598095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093072" y="5323537"/>
            <a:ext cx="7643817" cy="468000"/>
          </a:xfrm>
        </p:spPr>
        <p:txBody>
          <a:bodyPr lIns="46800" tIns="18000" rIns="46800" bIns="1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800" b="1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6" name="テキスト プレースホルダー 25">
            <a:extLst>
              <a:ext uri="{FF2B5EF4-FFF2-40B4-BE49-F238E27FC236}">
                <a16:creationId xmlns:a16="http://schemas.microsoft.com/office/drawing/2014/main" id="{A4E13F89-3259-41EC-AC53-15A0E585B8D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70106" y="5970579"/>
            <a:ext cx="576000" cy="468000"/>
          </a:xfrm>
          <a:noFill/>
        </p:spPr>
        <p:txBody>
          <a:bodyPr lIns="46800" tIns="18000" rIns="46800" bIns="18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buFontTx/>
              <a:buNone/>
              <a:defRPr sz="1800" b="1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lvl="0"/>
            <a:r>
              <a:rPr kumimoji="1" lang="en-US" altLang="ja-JP"/>
              <a:t>No.</a:t>
            </a:r>
            <a:endParaRPr kumimoji="1" lang="ja-JP" altLang="en-US"/>
          </a:p>
        </p:txBody>
      </p:sp>
      <p:sp>
        <p:nvSpPr>
          <p:cNvPr id="47" name="テキスト プレースホルダー 25">
            <a:extLst>
              <a:ext uri="{FF2B5EF4-FFF2-40B4-BE49-F238E27FC236}">
                <a16:creationId xmlns:a16="http://schemas.microsoft.com/office/drawing/2014/main" id="{3D3AF584-4BA6-4D5D-927E-FD6992EE0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093072" y="5970579"/>
            <a:ext cx="7643817" cy="468000"/>
          </a:xfrm>
        </p:spPr>
        <p:txBody>
          <a:bodyPr lIns="46800" tIns="18000" rIns="46800" bIns="1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800" b="1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09614806-14A0-41C8-A5E4-4C383606A4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50" y="6501421"/>
            <a:ext cx="2019354" cy="28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568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986" y="1029134"/>
            <a:ext cx="11344031" cy="492081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784F2A37-1021-4280-B877-1A24DD1857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3984" y="6088380"/>
            <a:ext cx="11344032" cy="284310"/>
          </a:xfrm>
        </p:spPr>
        <p:txBody>
          <a:bodyPr anchor="ctr">
            <a:noAutofit/>
          </a:bodyPr>
          <a:lstStyle>
            <a:lvl1pPr marL="358775" indent="-358775">
              <a:lnSpc>
                <a:spcPct val="100000"/>
              </a:lnSpc>
              <a:spcBef>
                <a:spcPts val="0"/>
              </a:spcBef>
              <a:buFontTx/>
              <a:buNone/>
              <a:defRPr sz="800">
                <a:latin typeface="+mn-ea"/>
                <a:ea typeface="+mn-ea"/>
              </a:defRPr>
            </a:lvl1pPr>
            <a:lvl2pPr marL="266700" indent="0">
              <a:buFontTx/>
              <a:buNone/>
              <a:defRPr/>
            </a:lvl2pPr>
            <a:lvl3pPr marL="534988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脚注：</a:t>
            </a:r>
          </a:p>
        </p:txBody>
      </p:sp>
    </p:spTree>
    <p:extLst>
      <p:ext uri="{BB962C8B-B14F-4D97-AF65-F5344CB8AC3E}">
        <p14:creationId xmlns:p14="http://schemas.microsoft.com/office/powerpoint/2010/main" val="2723657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サブタイトル付1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985" y="1520826"/>
            <a:ext cx="11344031" cy="4429125"/>
          </a:xfrm>
        </p:spPr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5">
            <a:extLst>
              <a:ext uri="{FF2B5EF4-FFF2-40B4-BE49-F238E27FC236}">
                <a16:creationId xmlns:a16="http://schemas.microsoft.com/office/drawing/2014/main" id="{86DC40D6-DE36-439F-8782-AB65BDCA9B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3985" y="917575"/>
            <a:ext cx="11344031" cy="468000"/>
          </a:xfrm>
        </p:spPr>
        <p:txBody>
          <a:bodyPr tIns="18000" bIns="18000" anchor="ctr">
            <a:noAutofit/>
          </a:bodyPr>
          <a:lstStyle>
            <a:lvl1pPr marL="180975" indent="-180975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n"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/>
              <a:t>メッセージボックス</a:t>
            </a:r>
          </a:p>
        </p:txBody>
      </p:sp>
      <p:sp>
        <p:nvSpPr>
          <p:cNvPr id="5" name="テキスト プレースホルダー 14">
            <a:extLst>
              <a:ext uri="{FF2B5EF4-FFF2-40B4-BE49-F238E27FC236}">
                <a16:creationId xmlns:a16="http://schemas.microsoft.com/office/drawing/2014/main" id="{A0AFD6AE-D16C-4184-903D-36BF365B7A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3984" y="6088380"/>
            <a:ext cx="11344032" cy="284310"/>
          </a:xfrm>
        </p:spPr>
        <p:txBody>
          <a:bodyPr anchor="ctr">
            <a:noAutofit/>
          </a:bodyPr>
          <a:lstStyle>
            <a:lvl1pPr marL="358775" indent="-358775">
              <a:lnSpc>
                <a:spcPct val="100000"/>
              </a:lnSpc>
              <a:spcBef>
                <a:spcPts val="0"/>
              </a:spcBef>
              <a:buFontTx/>
              <a:buNone/>
              <a:defRPr sz="800">
                <a:latin typeface="+mn-ea"/>
                <a:ea typeface="+mn-ea"/>
              </a:defRPr>
            </a:lvl1pPr>
            <a:lvl2pPr marL="266700" indent="0">
              <a:buFontTx/>
              <a:buNone/>
              <a:defRPr/>
            </a:lvl2pPr>
            <a:lvl3pPr marL="534988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脚注：</a:t>
            </a:r>
          </a:p>
        </p:txBody>
      </p:sp>
    </p:spTree>
    <p:extLst>
      <p:ext uri="{BB962C8B-B14F-4D97-AF65-F5344CB8AC3E}">
        <p14:creationId xmlns:p14="http://schemas.microsoft.com/office/powerpoint/2010/main" val="3289673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 userDrawn="1">
          <p15:clr>
            <a:srgbClr val="FBAE40"/>
          </p15:clr>
        </p15:guide>
        <p15:guide id="2" orient="horz" pos="572" userDrawn="1">
          <p15:clr>
            <a:srgbClr val="FBAE40"/>
          </p15:clr>
        </p15:guide>
        <p15:guide id="3" orient="horz" pos="8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サブタイトルとメッセージボックス付1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986" y="1950882"/>
            <a:ext cx="11344031" cy="3999068"/>
          </a:xfrm>
        </p:spPr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5">
            <a:extLst>
              <a:ext uri="{FF2B5EF4-FFF2-40B4-BE49-F238E27FC236}">
                <a16:creationId xmlns:a16="http://schemas.microsoft.com/office/drawing/2014/main" id="{86DC40D6-DE36-439F-8782-AB65BDCA9B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3985" y="1508620"/>
            <a:ext cx="11344031" cy="338138"/>
          </a:xfrm>
        </p:spPr>
        <p:txBody>
          <a:bodyPr tIns="18000" bIns="1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200" b="1"/>
            </a:lvl1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sp>
        <p:nvSpPr>
          <p:cNvPr id="7" name="テキスト プレースホルダー 14">
            <a:extLst>
              <a:ext uri="{FF2B5EF4-FFF2-40B4-BE49-F238E27FC236}">
                <a16:creationId xmlns:a16="http://schemas.microsoft.com/office/drawing/2014/main" id="{91E95141-1A57-47C9-A9B2-9F6B4E4662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3984" y="6088380"/>
            <a:ext cx="11344032" cy="284310"/>
          </a:xfrm>
        </p:spPr>
        <p:txBody>
          <a:bodyPr anchor="ctr">
            <a:noAutofit/>
          </a:bodyPr>
          <a:lstStyle>
            <a:lvl1pPr marL="358775" indent="-358775">
              <a:lnSpc>
                <a:spcPct val="100000"/>
              </a:lnSpc>
              <a:spcBef>
                <a:spcPts val="0"/>
              </a:spcBef>
              <a:buFontTx/>
              <a:buNone/>
              <a:defRPr sz="800">
                <a:latin typeface="+mn-ea"/>
                <a:ea typeface="+mn-ea"/>
              </a:defRPr>
            </a:lvl1pPr>
            <a:lvl2pPr marL="266700" indent="0">
              <a:buFontTx/>
              <a:buNone/>
              <a:defRPr/>
            </a:lvl2pPr>
            <a:lvl3pPr marL="534988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脚注：</a:t>
            </a:r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5A634E1F-1F4B-4E57-B0D4-40A39A82C5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3986" y="923361"/>
            <a:ext cx="11344031" cy="468000"/>
          </a:xfrm>
        </p:spPr>
        <p:txBody>
          <a:bodyPr anchor="ctr"/>
          <a:lstStyle>
            <a:lvl1pPr marL="180975" indent="-180975">
              <a:buFont typeface="Wingdings" panose="05000000000000000000" pitchFamily="2" charset="2"/>
              <a:buChar char="n"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/>
              <a:t>メッセージボックス</a:t>
            </a:r>
          </a:p>
        </p:txBody>
      </p:sp>
    </p:spTree>
    <p:extLst>
      <p:ext uri="{BB962C8B-B14F-4D97-AF65-F5344CB8AC3E}">
        <p14:creationId xmlns:p14="http://schemas.microsoft.com/office/powerpoint/2010/main" val="834459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 userDrawn="1">
          <p15:clr>
            <a:srgbClr val="FBAE40"/>
          </p15:clr>
        </p15:guide>
        <p15:guide id="2" orient="horz" pos="888" userDrawn="1">
          <p15:clr>
            <a:srgbClr val="FBAE40"/>
          </p15:clr>
        </p15:guide>
        <p15:guide id="3" orient="horz" pos="942" userDrawn="1">
          <p15:clr>
            <a:srgbClr val="FBAE40"/>
          </p15:clr>
        </p15:guide>
        <p15:guide id="4" orient="horz" pos="1162" userDrawn="1">
          <p15:clr>
            <a:srgbClr val="FBAE40"/>
          </p15:clr>
        </p15:guide>
        <p15:guide id="5" orient="horz" pos="123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サブタイトル付左右二分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985" y="1412876"/>
            <a:ext cx="5539153" cy="4537075"/>
          </a:xfrm>
        </p:spPr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8862" y="1412876"/>
            <a:ext cx="5539153" cy="4537075"/>
          </a:xfrm>
        </p:spPr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2C516AF3-1CCF-4E8F-A0FF-51E988007E0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3985" y="1016000"/>
            <a:ext cx="5539153" cy="338138"/>
          </a:xfrm>
        </p:spPr>
        <p:txBody>
          <a:bodyPr tIns="18000" bIns="1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200" b="1"/>
            </a:lvl1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sp>
        <p:nvSpPr>
          <p:cNvPr id="7" name="テキスト プレースホルダー 5">
            <a:extLst>
              <a:ext uri="{FF2B5EF4-FFF2-40B4-BE49-F238E27FC236}">
                <a16:creationId xmlns:a16="http://schemas.microsoft.com/office/drawing/2014/main" id="{1E2A7A14-B075-4BD5-B43D-4E31D9C7D9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28862" y="1016000"/>
            <a:ext cx="5539153" cy="338138"/>
          </a:xfrm>
        </p:spPr>
        <p:txBody>
          <a:bodyPr tIns="36000" bIns="36000" anchor="ctr">
            <a:normAutofit/>
          </a:bodyPr>
          <a:lstStyle>
            <a:lvl1pPr marL="0" indent="0">
              <a:buFontTx/>
              <a:buNone/>
              <a:defRPr sz="1200" b="1"/>
            </a:lvl1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sp>
        <p:nvSpPr>
          <p:cNvPr id="9" name="テキスト プレースホルダー 14">
            <a:extLst>
              <a:ext uri="{FF2B5EF4-FFF2-40B4-BE49-F238E27FC236}">
                <a16:creationId xmlns:a16="http://schemas.microsoft.com/office/drawing/2014/main" id="{90CEE3FB-50B1-4CC7-8EBD-9C8C041B9F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3985" y="6088380"/>
            <a:ext cx="5539154" cy="284310"/>
          </a:xfrm>
        </p:spPr>
        <p:txBody>
          <a:bodyPr anchor="ctr">
            <a:noAutofit/>
          </a:bodyPr>
          <a:lstStyle>
            <a:lvl1pPr marL="358775" indent="-358775">
              <a:lnSpc>
                <a:spcPct val="100000"/>
              </a:lnSpc>
              <a:spcBef>
                <a:spcPts val="0"/>
              </a:spcBef>
              <a:buFontTx/>
              <a:buNone/>
              <a:defRPr sz="800">
                <a:latin typeface="+mn-ea"/>
                <a:ea typeface="+mn-ea"/>
              </a:defRPr>
            </a:lvl1pPr>
            <a:lvl2pPr marL="266700" indent="0">
              <a:buFontTx/>
              <a:buNone/>
              <a:defRPr/>
            </a:lvl2pPr>
            <a:lvl3pPr marL="534988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脚注：</a:t>
            </a:r>
          </a:p>
        </p:txBody>
      </p:sp>
      <p:sp>
        <p:nvSpPr>
          <p:cNvPr id="10" name="テキスト プレースホルダー 14">
            <a:extLst>
              <a:ext uri="{FF2B5EF4-FFF2-40B4-BE49-F238E27FC236}">
                <a16:creationId xmlns:a16="http://schemas.microsoft.com/office/drawing/2014/main" id="{A7BC68E3-E5FC-46CA-AB03-D79A3FDCC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28861" y="6088380"/>
            <a:ext cx="5539154" cy="284310"/>
          </a:xfrm>
        </p:spPr>
        <p:txBody>
          <a:bodyPr anchor="ctr">
            <a:noAutofit/>
          </a:bodyPr>
          <a:lstStyle>
            <a:lvl1pPr marL="358775" indent="-358775">
              <a:lnSpc>
                <a:spcPct val="100000"/>
              </a:lnSpc>
              <a:spcBef>
                <a:spcPts val="0"/>
              </a:spcBef>
              <a:buFontTx/>
              <a:buNone/>
              <a:defRPr sz="800">
                <a:latin typeface="+mn-ea"/>
                <a:ea typeface="+mn-ea"/>
              </a:defRPr>
            </a:lvl1pPr>
            <a:lvl2pPr marL="266700" indent="0">
              <a:buFontTx/>
              <a:buNone/>
              <a:defRPr/>
            </a:lvl2pPr>
            <a:lvl3pPr marL="534988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脚注：</a:t>
            </a:r>
          </a:p>
        </p:txBody>
      </p:sp>
    </p:spTree>
    <p:extLst>
      <p:ext uri="{BB962C8B-B14F-4D97-AF65-F5344CB8AC3E}">
        <p14:creationId xmlns:p14="http://schemas.microsoft.com/office/powerpoint/2010/main" val="13938814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6" userDrawn="1">
          <p15:clr>
            <a:srgbClr val="FBAE40"/>
          </p15:clr>
        </p15:guide>
        <p15:guide id="2" pos="3924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サブタイトルとメッセージボックス付1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DEAA0B8C-A921-403E-BBAE-7558B9368C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985" y="922533"/>
            <a:ext cx="11344031" cy="468000"/>
          </a:xfrm>
        </p:spPr>
        <p:txBody>
          <a:bodyPr anchor="ctr"/>
          <a:lstStyle>
            <a:lvl1pPr marL="180975" indent="-180975">
              <a:buFont typeface="Wingdings" panose="05000000000000000000" pitchFamily="2" charset="2"/>
              <a:buChar char="n"/>
              <a:defRPr b="1">
                <a:solidFill>
                  <a:schemeClr val="tx2"/>
                </a:solidFill>
              </a:defRPr>
            </a:lvl1pPr>
            <a:lvl2pPr marL="534988" indent="-268288">
              <a:buFont typeface="Wingdings" panose="05000000000000000000" pitchFamily="2" charset="2"/>
              <a:buChar char="n"/>
              <a:defRPr/>
            </a:lvl2pPr>
            <a:lvl3pPr marL="801688" indent="-266700">
              <a:buFont typeface="Wingdings" panose="05000000000000000000" pitchFamily="2" charset="2"/>
              <a:buChar char="n"/>
              <a:defRPr/>
            </a:lvl3pPr>
            <a:lvl4pPr marL="1600200" indent="-228600">
              <a:buFont typeface="Wingdings" panose="05000000000000000000" pitchFamily="2" charset="2"/>
              <a:buChar char="n"/>
              <a:defRPr/>
            </a:lvl4pPr>
            <a:lvl5pPr marL="2057400" indent="-228600">
              <a:buFont typeface="Wingdings" panose="05000000000000000000" pitchFamily="2" charset="2"/>
              <a:buChar char="n"/>
              <a:defRPr/>
            </a:lvl5pPr>
          </a:lstStyle>
          <a:p>
            <a:pPr lvl="0"/>
            <a:r>
              <a:rPr kumimoji="1" lang="ja-JP" altLang="en-US"/>
              <a:t>メッセージボックス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986" y="1950882"/>
            <a:ext cx="5539154" cy="3999068"/>
          </a:xfrm>
        </p:spPr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5">
            <a:extLst>
              <a:ext uri="{FF2B5EF4-FFF2-40B4-BE49-F238E27FC236}">
                <a16:creationId xmlns:a16="http://schemas.microsoft.com/office/drawing/2014/main" id="{86DC40D6-DE36-439F-8782-AB65BDCA9B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3985" y="1508620"/>
            <a:ext cx="5539154" cy="338138"/>
          </a:xfrm>
        </p:spPr>
        <p:txBody>
          <a:bodyPr tIns="18000" bIns="1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200" b="1"/>
            </a:lvl1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sp>
        <p:nvSpPr>
          <p:cNvPr id="7" name="テキスト プレースホルダー 14">
            <a:extLst>
              <a:ext uri="{FF2B5EF4-FFF2-40B4-BE49-F238E27FC236}">
                <a16:creationId xmlns:a16="http://schemas.microsoft.com/office/drawing/2014/main" id="{91E95141-1A57-47C9-A9B2-9F6B4E4662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3984" y="6088380"/>
            <a:ext cx="11344032" cy="284310"/>
          </a:xfrm>
        </p:spPr>
        <p:txBody>
          <a:bodyPr anchor="ctr">
            <a:noAutofit/>
          </a:bodyPr>
          <a:lstStyle>
            <a:lvl1pPr marL="358775" indent="-358775">
              <a:lnSpc>
                <a:spcPct val="100000"/>
              </a:lnSpc>
              <a:spcBef>
                <a:spcPts val="0"/>
              </a:spcBef>
              <a:buFontTx/>
              <a:buNone/>
              <a:defRPr sz="800">
                <a:latin typeface="+mn-ea"/>
                <a:ea typeface="+mn-ea"/>
              </a:defRPr>
            </a:lvl1pPr>
            <a:lvl2pPr marL="266700" indent="0">
              <a:buFontTx/>
              <a:buNone/>
              <a:defRPr/>
            </a:lvl2pPr>
            <a:lvl3pPr marL="534988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脚注：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3EBA3BB-4284-456D-9C90-2AFF795262A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28861" y="1950882"/>
            <a:ext cx="5539154" cy="3999068"/>
          </a:xfrm>
        </p:spPr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9" name="テキスト プレースホルダー 5">
            <a:extLst>
              <a:ext uri="{FF2B5EF4-FFF2-40B4-BE49-F238E27FC236}">
                <a16:creationId xmlns:a16="http://schemas.microsoft.com/office/drawing/2014/main" id="{94D3AAED-1D03-47E4-B3C9-2DEAF9DDA5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28860" y="1508620"/>
            <a:ext cx="5539154" cy="338138"/>
          </a:xfrm>
        </p:spPr>
        <p:txBody>
          <a:bodyPr tIns="18000" bIns="1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200" b="1"/>
            </a:lvl1pPr>
          </a:lstStyle>
          <a:p>
            <a:pPr lvl="0"/>
            <a:r>
              <a:rPr kumimoji="1" lang="ja-JP" altLang="en-US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3519833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6" userDrawn="1">
          <p15:clr>
            <a:srgbClr val="FBAE40"/>
          </p15:clr>
        </p15:guide>
        <p15:guide id="2" orient="horz" pos="882" userDrawn="1">
          <p15:clr>
            <a:srgbClr val="FBAE40"/>
          </p15:clr>
        </p15:guide>
        <p15:guide id="3" orient="horz" pos="942" userDrawn="1">
          <p15:clr>
            <a:srgbClr val="FBAE40"/>
          </p15:clr>
        </p15:guide>
        <p15:guide id="4" orient="horz" pos="1162" userDrawn="1">
          <p15:clr>
            <a:srgbClr val="FBAE40"/>
          </p15:clr>
        </p15:guide>
        <p15:guide id="5" orient="horz" pos="1230" userDrawn="1">
          <p15:clr>
            <a:srgbClr val="FBAE40"/>
          </p15:clr>
        </p15:guide>
        <p15:guide id="7" pos="3756" userDrawn="1">
          <p15:clr>
            <a:srgbClr val="FBAE40"/>
          </p15:clr>
        </p15:guide>
        <p15:guide id="8" pos="392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サブタイトル付四分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985" y="1412741"/>
            <a:ext cx="5539153" cy="1770407"/>
          </a:xfrm>
        </p:spPr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8862" y="1412741"/>
            <a:ext cx="5539153" cy="1770407"/>
          </a:xfrm>
        </p:spPr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2357F3D-388B-4CDB-80DB-7777F535C03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23987" y="4226944"/>
            <a:ext cx="5539153" cy="1770407"/>
          </a:xfrm>
        </p:spPr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57E6142D-398B-4A3F-BE7F-ED8A0C2A6E1E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228863" y="4226944"/>
            <a:ext cx="5539153" cy="1770407"/>
          </a:xfrm>
        </p:spPr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7" name="テキスト プレースホルダー 5">
            <a:extLst>
              <a:ext uri="{FF2B5EF4-FFF2-40B4-BE49-F238E27FC236}">
                <a16:creationId xmlns:a16="http://schemas.microsoft.com/office/drawing/2014/main" id="{40627FA3-5FEE-40B1-AAB0-ACF5CC10CA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3985" y="1016000"/>
            <a:ext cx="5539153" cy="338138"/>
          </a:xfrm>
        </p:spPr>
        <p:txBody>
          <a:bodyPr tIns="18000" bIns="1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200" b="1"/>
            </a:lvl1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sp>
        <p:nvSpPr>
          <p:cNvPr id="8" name="テキスト プレースホルダー 5">
            <a:extLst>
              <a:ext uri="{FF2B5EF4-FFF2-40B4-BE49-F238E27FC236}">
                <a16:creationId xmlns:a16="http://schemas.microsoft.com/office/drawing/2014/main" id="{23A5E087-6BD3-424A-A1EF-703F967BAD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862" y="1016000"/>
            <a:ext cx="5539153" cy="338138"/>
          </a:xfrm>
        </p:spPr>
        <p:txBody>
          <a:bodyPr tIns="18000" bIns="1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200" b="1"/>
            </a:lvl1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sp>
        <p:nvSpPr>
          <p:cNvPr id="9" name="テキスト プレースホルダー 5">
            <a:extLst>
              <a:ext uri="{FF2B5EF4-FFF2-40B4-BE49-F238E27FC236}">
                <a16:creationId xmlns:a16="http://schemas.microsoft.com/office/drawing/2014/main" id="{468482A0-3799-4170-88CE-BCC7A96BE6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985" y="3824288"/>
            <a:ext cx="5539153" cy="338138"/>
          </a:xfrm>
        </p:spPr>
        <p:txBody>
          <a:bodyPr tIns="18000" bIns="1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200" b="1"/>
            </a:lvl1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sp>
        <p:nvSpPr>
          <p:cNvPr id="10" name="テキスト プレースホルダー 5">
            <a:extLst>
              <a:ext uri="{FF2B5EF4-FFF2-40B4-BE49-F238E27FC236}">
                <a16:creationId xmlns:a16="http://schemas.microsoft.com/office/drawing/2014/main" id="{A97297D5-A359-47A6-98F3-3266BA19B0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28862" y="3824288"/>
            <a:ext cx="5539153" cy="338138"/>
          </a:xfrm>
        </p:spPr>
        <p:txBody>
          <a:bodyPr tIns="18000" bIns="1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200" b="1"/>
            </a:lvl1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sp>
        <p:nvSpPr>
          <p:cNvPr id="11" name="テキスト プレースホルダー 14">
            <a:extLst>
              <a:ext uri="{FF2B5EF4-FFF2-40B4-BE49-F238E27FC236}">
                <a16:creationId xmlns:a16="http://schemas.microsoft.com/office/drawing/2014/main" id="{FDA83A0C-54D0-4EE9-93E9-752AE9E058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985" y="6088380"/>
            <a:ext cx="5539154" cy="284310"/>
          </a:xfrm>
        </p:spPr>
        <p:txBody>
          <a:bodyPr anchor="ctr">
            <a:noAutofit/>
          </a:bodyPr>
          <a:lstStyle>
            <a:lvl1pPr marL="358775" indent="-358775">
              <a:lnSpc>
                <a:spcPct val="100000"/>
              </a:lnSpc>
              <a:spcBef>
                <a:spcPts val="0"/>
              </a:spcBef>
              <a:buFontTx/>
              <a:buNone/>
              <a:defRPr sz="800">
                <a:latin typeface="+mn-ea"/>
                <a:ea typeface="+mn-ea"/>
              </a:defRPr>
            </a:lvl1pPr>
            <a:lvl2pPr marL="266700" indent="0">
              <a:buFontTx/>
              <a:buNone/>
              <a:defRPr/>
            </a:lvl2pPr>
            <a:lvl3pPr marL="534988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脚注：</a:t>
            </a:r>
          </a:p>
        </p:txBody>
      </p:sp>
      <p:sp>
        <p:nvSpPr>
          <p:cNvPr id="12" name="テキスト プレースホルダー 14">
            <a:extLst>
              <a:ext uri="{FF2B5EF4-FFF2-40B4-BE49-F238E27FC236}">
                <a16:creationId xmlns:a16="http://schemas.microsoft.com/office/drawing/2014/main" id="{D1027BFF-0352-4637-9147-FCDFA9C7404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28861" y="6088380"/>
            <a:ext cx="5539154" cy="284310"/>
          </a:xfrm>
        </p:spPr>
        <p:txBody>
          <a:bodyPr anchor="ctr">
            <a:noAutofit/>
          </a:bodyPr>
          <a:lstStyle>
            <a:lvl1pPr marL="358775" indent="-358775">
              <a:lnSpc>
                <a:spcPct val="100000"/>
              </a:lnSpc>
              <a:spcBef>
                <a:spcPts val="0"/>
              </a:spcBef>
              <a:buFontTx/>
              <a:buNone/>
              <a:defRPr sz="800">
                <a:latin typeface="+mn-ea"/>
                <a:ea typeface="+mn-ea"/>
              </a:defRPr>
            </a:lvl1pPr>
            <a:lvl2pPr marL="266700" indent="0">
              <a:buFontTx/>
              <a:buNone/>
              <a:defRPr/>
            </a:lvl2pPr>
            <a:lvl3pPr marL="534988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脚注：</a:t>
            </a:r>
          </a:p>
        </p:txBody>
      </p:sp>
      <p:sp>
        <p:nvSpPr>
          <p:cNvPr id="13" name="テキスト プレースホルダー 14">
            <a:extLst>
              <a:ext uri="{FF2B5EF4-FFF2-40B4-BE49-F238E27FC236}">
                <a16:creationId xmlns:a16="http://schemas.microsoft.com/office/drawing/2014/main" id="{4A0A6A9B-C359-490D-8464-CA86E2381B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985" y="3260325"/>
            <a:ext cx="5539154" cy="284310"/>
          </a:xfrm>
        </p:spPr>
        <p:txBody>
          <a:bodyPr tIns="18000" bIns="18000" anchor="ctr">
            <a:noAutofit/>
          </a:bodyPr>
          <a:lstStyle>
            <a:lvl1pPr marL="358775" indent="-358775">
              <a:lnSpc>
                <a:spcPct val="100000"/>
              </a:lnSpc>
              <a:spcBef>
                <a:spcPts val="300"/>
              </a:spcBef>
              <a:buFontTx/>
              <a:buNone/>
              <a:defRPr sz="800">
                <a:latin typeface="+mn-ea"/>
                <a:ea typeface="+mn-ea"/>
              </a:defRPr>
            </a:lvl1pPr>
            <a:lvl2pPr marL="266700" indent="0">
              <a:buFontTx/>
              <a:buNone/>
              <a:defRPr/>
            </a:lvl2pPr>
            <a:lvl3pPr marL="534988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脚注：</a:t>
            </a:r>
          </a:p>
        </p:txBody>
      </p:sp>
      <p:sp>
        <p:nvSpPr>
          <p:cNvPr id="14" name="テキスト プレースホルダー 14">
            <a:extLst>
              <a:ext uri="{FF2B5EF4-FFF2-40B4-BE49-F238E27FC236}">
                <a16:creationId xmlns:a16="http://schemas.microsoft.com/office/drawing/2014/main" id="{9D9986AF-EA6C-45A6-9894-27E9CA4B37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28861" y="3260325"/>
            <a:ext cx="5539154" cy="284310"/>
          </a:xfrm>
        </p:spPr>
        <p:txBody>
          <a:bodyPr tIns="18000" bIns="18000" anchor="ctr">
            <a:noAutofit/>
          </a:bodyPr>
          <a:lstStyle>
            <a:lvl1pPr marL="358775" indent="-358775">
              <a:lnSpc>
                <a:spcPct val="100000"/>
              </a:lnSpc>
              <a:spcBef>
                <a:spcPts val="300"/>
              </a:spcBef>
              <a:buFontTx/>
              <a:buNone/>
              <a:defRPr sz="800">
                <a:latin typeface="+mn-ea"/>
                <a:ea typeface="+mn-ea"/>
              </a:defRPr>
            </a:lvl1pPr>
            <a:lvl2pPr marL="266700" indent="0">
              <a:buFontTx/>
              <a:buNone/>
              <a:defRPr/>
            </a:lvl2pPr>
            <a:lvl3pPr marL="534988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脚注：</a:t>
            </a:r>
          </a:p>
        </p:txBody>
      </p:sp>
    </p:spTree>
    <p:extLst>
      <p:ext uri="{BB962C8B-B14F-4D97-AF65-F5344CB8AC3E}">
        <p14:creationId xmlns:p14="http://schemas.microsoft.com/office/powerpoint/2010/main" val="182664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6" userDrawn="1">
          <p15:clr>
            <a:srgbClr val="FBAE40"/>
          </p15:clr>
        </p15:guide>
        <p15:guide id="2" pos="3924" userDrawn="1">
          <p15:clr>
            <a:srgbClr val="FBAE40"/>
          </p15:clr>
        </p15:guide>
        <p15:guide id="3" orient="horz" pos="2245" userDrawn="1">
          <p15:clr>
            <a:srgbClr val="FBAE40"/>
          </p15:clr>
        </p15:guide>
        <p15:guide id="4" orient="horz" pos="2409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サブタイトルとメッセージボックス付四分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814631CA-8E55-4D1E-B791-02F53B3B23F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3984" y="922533"/>
            <a:ext cx="5838092" cy="476250"/>
          </a:xfrm>
        </p:spPr>
        <p:txBody>
          <a:bodyPr anchor="ctr"/>
          <a:lstStyle>
            <a:lvl1pPr marL="180975" indent="-180975">
              <a:buFont typeface="Wingdings" panose="05000000000000000000" pitchFamily="2" charset="2"/>
              <a:buChar char="n"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/>
              <a:t>メッセージボックス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985" y="1897822"/>
            <a:ext cx="5539153" cy="1627895"/>
          </a:xfrm>
        </p:spPr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1050"/>
            </a:lvl1pPr>
            <a:lvl2pPr>
              <a:lnSpc>
                <a:spcPct val="100000"/>
              </a:lnSpc>
              <a:spcBef>
                <a:spcPts val="300"/>
              </a:spcBef>
              <a:defRPr sz="1050"/>
            </a:lvl2pPr>
            <a:lvl3pPr>
              <a:lnSpc>
                <a:spcPct val="100000"/>
              </a:lnSpc>
              <a:spcBef>
                <a:spcPts val="300"/>
              </a:spcBef>
              <a:defRPr sz="1050"/>
            </a:lvl3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8862" y="1897822"/>
            <a:ext cx="5539153" cy="1627895"/>
          </a:xfrm>
        </p:spPr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1050"/>
            </a:lvl1pPr>
            <a:lvl2pPr>
              <a:lnSpc>
                <a:spcPct val="100000"/>
              </a:lnSpc>
              <a:spcBef>
                <a:spcPts val="300"/>
              </a:spcBef>
              <a:defRPr sz="1050"/>
            </a:lvl2pPr>
            <a:lvl3pPr>
              <a:lnSpc>
                <a:spcPct val="100000"/>
              </a:lnSpc>
              <a:spcBef>
                <a:spcPts val="300"/>
              </a:spcBef>
              <a:defRPr sz="1050"/>
            </a:lvl3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2357F3D-388B-4CDB-80DB-7777F535C03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23987" y="4332959"/>
            <a:ext cx="5539153" cy="1627895"/>
          </a:xfrm>
        </p:spPr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1050"/>
            </a:lvl1pPr>
            <a:lvl2pPr>
              <a:lnSpc>
                <a:spcPct val="100000"/>
              </a:lnSpc>
              <a:spcBef>
                <a:spcPts val="300"/>
              </a:spcBef>
              <a:defRPr sz="1050"/>
            </a:lvl2pPr>
            <a:lvl3pPr>
              <a:lnSpc>
                <a:spcPct val="100000"/>
              </a:lnSpc>
              <a:spcBef>
                <a:spcPts val="300"/>
              </a:spcBef>
              <a:defRPr sz="1050"/>
            </a:lvl3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57E6142D-398B-4A3F-BE7F-ED8A0C2A6E1E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228863" y="4332959"/>
            <a:ext cx="5539153" cy="1627895"/>
          </a:xfrm>
        </p:spPr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1050"/>
            </a:lvl1pPr>
            <a:lvl2pPr>
              <a:lnSpc>
                <a:spcPct val="100000"/>
              </a:lnSpc>
              <a:spcBef>
                <a:spcPts val="300"/>
              </a:spcBef>
              <a:defRPr sz="1050"/>
            </a:lvl2pPr>
            <a:lvl3pPr>
              <a:lnSpc>
                <a:spcPct val="100000"/>
              </a:lnSpc>
              <a:spcBef>
                <a:spcPts val="300"/>
              </a:spcBef>
              <a:defRPr sz="1050"/>
            </a:lvl3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7" name="テキスト プレースホルダー 5">
            <a:extLst>
              <a:ext uri="{FF2B5EF4-FFF2-40B4-BE49-F238E27FC236}">
                <a16:creationId xmlns:a16="http://schemas.microsoft.com/office/drawing/2014/main" id="{40627FA3-5FEE-40B1-AAB0-ACF5CC10CA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3985" y="1510374"/>
            <a:ext cx="5539153" cy="338138"/>
          </a:xfrm>
        </p:spPr>
        <p:txBody>
          <a:bodyPr tIns="18000" bIns="1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200" b="1"/>
            </a:lvl1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sp>
        <p:nvSpPr>
          <p:cNvPr id="8" name="テキスト プレースホルダー 5">
            <a:extLst>
              <a:ext uri="{FF2B5EF4-FFF2-40B4-BE49-F238E27FC236}">
                <a16:creationId xmlns:a16="http://schemas.microsoft.com/office/drawing/2014/main" id="{23A5E087-6BD3-424A-A1EF-703F967BAD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862" y="1510374"/>
            <a:ext cx="5539153" cy="338138"/>
          </a:xfrm>
        </p:spPr>
        <p:txBody>
          <a:bodyPr tIns="18000" bIns="1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200" b="1"/>
            </a:lvl1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sp>
        <p:nvSpPr>
          <p:cNvPr id="9" name="テキスト プレースホルダー 5">
            <a:extLst>
              <a:ext uri="{FF2B5EF4-FFF2-40B4-BE49-F238E27FC236}">
                <a16:creationId xmlns:a16="http://schemas.microsoft.com/office/drawing/2014/main" id="{468482A0-3799-4170-88CE-BCC7A96BE6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985" y="3939596"/>
            <a:ext cx="5539153" cy="338138"/>
          </a:xfrm>
        </p:spPr>
        <p:txBody>
          <a:bodyPr tIns="18000" bIns="1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200" b="1"/>
            </a:lvl1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sp>
        <p:nvSpPr>
          <p:cNvPr id="10" name="テキスト プレースホルダー 5">
            <a:extLst>
              <a:ext uri="{FF2B5EF4-FFF2-40B4-BE49-F238E27FC236}">
                <a16:creationId xmlns:a16="http://schemas.microsoft.com/office/drawing/2014/main" id="{A97297D5-A359-47A6-98F3-3266BA19B0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28862" y="3939596"/>
            <a:ext cx="5539153" cy="338138"/>
          </a:xfrm>
        </p:spPr>
        <p:txBody>
          <a:bodyPr tIns="18000" bIns="1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200" b="1"/>
            </a:lvl1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sp>
        <p:nvSpPr>
          <p:cNvPr id="12" name="テキスト プレースホルダー 14">
            <a:extLst>
              <a:ext uri="{FF2B5EF4-FFF2-40B4-BE49-F238E27FC236}">
                <a16:creationId xmlns:a16="http://schemas.microsoft.com/office/drawing/2014/main" id="{DA6B60D2-3244-4E5C-AB5A-E9F8FDC1D77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3985" y="6010746"/>
            <a:ext cx="5539154" cy="284310"/>
          </a:xfrm>
        </p:spPr>
        <p:txBody>
          <a:bodyPr tIns="18000" bIns="18000" anchor="ctr">
            <a:noAutofit/>
          </a:bodyPr>
          <a:lstStyle>
            <a:lvl1pPr marL="358775" indent="-358775">
              <a:lnSpc>
                <a:spcPct val="100000"/>
              </a:lnSpc>
              <a:spcBef>
                <a:spcPts val="300"/>
              </a:spcBef>
              <a:buFontTx/>
              <a:buNone/>
              <a:defRPr sz="800">
                <a:latin typeface="+mn-ea"/>
                <a:ea typeface="+mn-ea"/>
              </a:defRPr>
            </a:lvl1pPr>
            <a:lvl2pPr marL="266700" indent="0">
              <a:buFontTx/>
              <a:buNone/>
              <a:defRPr/>
            </a:lvl2pPr>
            <a:lvl3pPr marL="534988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脚注：</a:t>
            </a:r>
          </a:p>
        </p:txBody>
      </p:sp>
      <p:sp>
        <p:nvSpPr>
          <p:cNvPr id="13" name="テキスト プレースホルダー 14">
            <a:extLst>
              <a:ext uri="{FF2B5EF4-FFF2-40B4-BE49-F238E27FC236}">
                <a16:creationId xmlns:a16="http://schemas.microsoft.com/office/drawing/2014/main" id="{E3BA259C-752B-4967-9BA1-EE301B13C9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28861" y="6010746"/>
            <a:ext cx="5539154" cy="284310"/>
          </a:xfrm>
        </p:spPr>
        <p:txBody>
          <a:bodyPr tIns="18000" bIns="18000" anchor="ctr">
            <a:noAutofit/>
          </a:bodyPr>
          <a:lstStyle>
            <a:lvl1pPr marL="358775" indent="-358775">
              <a:lnSpc>
                <a:spcPct val="100000"/>
              </a:lnSpc>
              <a:spcBef>
                <a:spcPts val="300"/>
              </a:spcBef>
              <a:buFontTx/>
              <a:buNone/>
              <a:defRPr sz="800">
                <a:latin typeface="+mn-ea"/>
                <a:ea typeface="+mn-ea"/>
              </a:defRPr>
            </a:lvl1pPr>
            <a:lvl2pPr marL="266700" indent="0">
              <a:buFontTx/>
              <a:buNone/>
              <a:defRPr/>
            </a:lvl2pPr>
            <a:lvl3pPr marL="534988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脚注：</a:t>
            </a:r>
          </a:p>
        </p:txBody>
      </p:sp>
      <p:sp>
        <p:nvSpPr>
          <p:cNvPr id="16" name="テキスト プレースホルダー 14">
            <a:extLst>
              <a:ext uri="{FF2B5EF4-FFF2-40B4-BE49-F238E27FC236}">
                <a16:creationId xmlns:a16="http://schemas.microsoft.com/office/drawing/2014/main" id="{6674DCC9-F76B-42BE-8FC3-7D3CAC26C4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3985" y="3571802"/>
            <a:ext cx="5539154" cy="284310"/>
          </a:xfrm>
        </p:spPr>
        <p:txBody>
          <a:bodyPr tIns="18000" bIns="18000" anchor="ctr">
            <a:noAutofit/>
          </a:bodyPr>
          <a:lstStyle>
            <a:lvl1pPr marL="358775" indent="-358775">
              <a:lnSpc>
                <a:spcPct val="100000"/>
              </a:lnSpc>
              <a:spcBef>
                <a:spcPts val="300"/>
              </a:spcBef>
              <a:buFontTx/>
              <a:buNone/>
              <a:defRPr sz="800">
                <a:latin typeface="+mn-ea"/>
                <a:ea typeface="+mn-ea"/>
              </a:defRPr>
            </a:lvl1pPr>
            <a:lvl2pPr marL="266700" indent="0">
              <a:buFontTx/>
              <a:buNone/>
              <a:defRPr/>
            </a:lvl2pPr>
            <a:lvl3pPr marL="534988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脚注：</a:t>
            </a:r>
          </a:p>
        </p:txBody>
      </p:sp>
      <p:sp>
        <p:nvSpPr>
          <p:cNvPr id="17" name="テキスト プレースホルダー 14">
            <a:extLst>
              <a:ext uri="{FF2B5EF4-FFF2-40B4-BE49-F238E27FC236}">
                <a16:creationId xmlns:a16="http://schemas.microsoft.com/office/drawing/2014/main" id="{B796F145-05D1-4546-97E4-AA9F1739E40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28861" y="3571802"/>
            <a:ext cx="5539154" cy="284310"/>
          </a:xfrm>
        </p:spPr>
        <p:txBody>
          <a:bodyPr tIns="18000" bIns="18000" anchor="ctr">
            <a:noAutofit/>
          </a:bodyPr>
          <a:lstStyle>
            <a:lvl1pPr marL="358775" indent="-358775">
              <a:lnSpc>
                <a:spcPct val="100000"/>
              </a:lnSpc>
              <a:spcBef>
                <a:spcPts val="300"/>
              </a:spcBef>
              <a:buFontTx/>
              <a:buNone/>
              <a:defRPr sz="800">
                <a:latin typeface="+mn-ea"/>
                <a:ea typeface="+mn-ea"/>
              </a:defRPr>
            </a:lvl1pPr>
            <a:lvl2pPr marL="266700" indent="0">
              <a:buFontTx/>
              <a:buNone/>
              <a:defRPr/>
            </a:lvl2pPr>
            <a:lvl3pPr marL="534988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脚注：</a:t>
            </a:r>
          </a:p>
        </p:txBody>
      </p:sp>
    </p:spTree>
    <p:extLst>
      <p:ext uri="{BB962C8B-B14F-4D97-AF65-F5344CB8AC3E}">
        <p14:creationId xmlns:p14="http://schemas.microsoft.com/office/powerpoint/2010/main" val="770026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6" userDrawn="1">
          <p15:clr>
            <a:srgbClr val="FBAE40"/>
          </p15:clr>
        </p15:guide>
        <p15:guide id="2" pos="3924" userDrawn="1">
          <p15:clr>
            <a:srgbClr val="FBAE40"/>
          </p15:clr>
        </p15:guide>
        <p15:guide id="3" orient="horz" pos="2478" userDrawn="1">
          <p15:clr>
            <a:srgbClr val="FBAE40"/>
          </p15:clr>
        </p15:guide>
        <p15:guide id="5" orient="horz" pos="576" userDrawn="1">
          <p15:clr>
            <a:srgbClr val="FBAE40"/>
          </p15:clr>
        </p15:guide>
        <p15:guide id="6" orient="horz" pos="881" userDrawn="1">
          <p15:clr>
            <a:srgbClr val="FBAE40"/>
          </p15:clr>
        </p15:guide>
        <p15:guide id="7" orient="horz" pos="94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6177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6C09529-7DB5-4E09-8138-A382B23E597D}"/>
              </a:ext>
            </a:extLst>
          </p:cNvPr>
          <p:cNvSpPr txBox="1"/>
          <p:nvPr/>
        </p:nvSpPr>
        <p:spPr>
          <a:xfrm>
            <a:off x="11540816" y="6516707"/>
            <a:ext cx="45554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F7A9632-D6C5-4E2F-852B-E16C884A83D3}" type="slidenum">
              <a:rPr kumimoji="1" lang="ja-JP" altLang="en-US" sz="1050" smtClean="0">
                <a:solidFill>
                  <a:schemeClr val="bg1">
                    <a:lumMod val="50000"/>
                  </a:schemeClr>
                </a:solidFill>
              </a:rPr>
              <a:pPr algn="r"/>
              <a:t>‹#›</a:t>
            </a:fld>
            <a:endParaRPr kumimoji="1" lang="ja-JP" altLang="en-US" sz="105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EDD6108-D021-49F4-9807-AF8D463FFAD9}"/>
              </a:ext>
            </a:extLst>
          </p:cNvPr>
          <p:cNvSpPr txBox="1"/>
          <p:nvPr/>
        </p:nvSpPr>
        <p:spPr>
          <a:xfrm>
            <a:off x="7350798" y="6535943"/>
            <a:ext cx="42838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sz="800">
                <a:latin typeface="+mn-ea"/>
                <a:ea typeface="+mn-ea"/>
              </a:rPr>
              <a:t>Copyright(c) Kasumigaseki Capital Co.,</a:t>
            </a:r>
            <a:r>
              <a:rPr kumimoji="1" lang="ja-JP" altLang="en-US" sz="800">
                <a:latin typeface="+mn-ea"/>
                <a:ea typeface="+mn-ea"/>
              </a:rPr>
              <a:t> </a:t>
            </a:r>
            <a:r>
              <a:rPr kumimoji="1" lang="en-US" altLang="ja-JP" sz="800">
                <a:latin typeface="+mn-ea"/>
                <a:ea typeface="+mn-ea"/>
              </a:rPr>
              <a:t>Ltd. ALL Rights Reserved.</a:t>
            </a:r>
            <a:endParaRPr kumimoji="1" lang="ja-JP" altLang="en-US" sz="800">
              <a:latin typeface="+mn-ea"/>
              <a:ea typeface="+mn-ea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A5B9543-7E5D-435F-B065-DF13D549E3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50" y="6501421"/>
            <a:ext cx="2019354" cy="28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5725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4" y="1709746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4" y="4589472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7DA06-20A4-4AA0-B421-4698B807DB4A}" type="datetime1">
              <a:rPr kumimoji="1" lang="ja-JP" altLang="en-US" smtClean="0"/>
              <a:t>2026/5/29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88140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986" y="156863"/>
            <a:ext cx="11344031" cy="592405"/>
          </a:xfrm>
          <a:prstGeom prst="rect">
            <a:avLst/>
          </a:prstGeom>
        </p:spPr>
        <p:txBody>
          <a:bodyPr vert="horz" lIns="46800" tIns="18000" rIns="46800" bIns="18000" rtlCol="0" anchor="ctr">
            <a:no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986" y="1029132"/>
            <a:ext cx="11344031" cy="5336193"/>
          </a:xfrm>
          <a:prstGeom prst="rect">
            <a:avLst/>
          </a:prstGeom>
        </p:spPr>
        <p:txBody>
          <a:bodyPr vert="horz" lIns="46800" tIns="18000" rIns="46800" bIns="18000" rtlCol="0">
            <a:no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endParaRPr 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A0BCE56-99A6-4E9F-8C07-3513F124164A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50" y="6501421"/>
            <a:ext cx="2019354" cy="284491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7505F70-D40B-4D05-911A-33DA2A90A38D}"/>
              </a:ext>
            </a:extLst>
          </p:cNvPr>
          <p:cNvSpPr txBox="1"/>
          <p:nvPr/>
        </p:nvSpPr>
        <p:spPr>
          <a:xfrm>
            <a:off x="7350798" y="6535943"/>
            <a:ext cx="42838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sz="800">
                <a:latin typeface="+mn-ea"/>
                <a:ea typeface="+mn-ea"/>
              </a:rPr>
              <a:t>Copyright(c) Kasumigaseki Capital Co.,</a:t>
            </a:r>
            <a:r>
              <a:rPr kumimoji="1" lang="ja-JP" altLang="en-US" sz="800">
                <a:latin typeface="+mn-ea"/>
                <a:ea typeface="+mn-ea"/>
              </a:rPr>
              <a:t> </a:t>
            </a:r>
            <a:r>
              <a:rPr kumimoji="1" lang="en-US" altLang="ja-JP" sz="800">
                <a:latin typeface="+mn-ea"/>
                <a:ea typeface="+mn-ea"/>
              </a:rPr>
              <a:t>Ltd. ALL Rights Reserved.</a:t>
            </a:r>
            <a:endParaRPr kumimoji="1" lang="ja-JP" altLang="en-US" sz="800">
              <a:latin typeface="+mn-ea"/>
              <a:ea typeface="+mn-ea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360C33F-FE69-414B-9A6D-26F264F292A5}"/>
              </a:ext>
            </a:extLst>
          </p:cNvPr>
          <p:cNvSpPr/>
          <p:nvPr/>
        </p:nvSpPr>
        <p:spPr>
          <a:xfrm flipV="1">
            <a:off x="195638" y="793924"/>
            <a:ext cx="11800727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CBE3C6E-64D5-4B77-9D02-000E56BA2A5B}"/>
              </a:ext>
            </a:extLst>
          </p:cNvPr>
          <p:cNvSpPr txBox="1"/>
          <p:nvPr/>
        </p:nvSpPr>
        <p:spPr>
          <a:xfrm>
            <a:off x="11540816" y="6516707"/>
            <a:ext cx="45554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F7A9632-D6C5-4E2F-852B-E16C884A83D3}" type="slidenum">
              <a:rPr kumimoji="1" lang="ja-JP" altLang="en-US" sz="1050" smtClean="0">
                <a:solidFill>
                  <a:schemeClr val="bg1">
                    <a:lumMod val="50000"/>
                  </a:schemeClr>
                </a:solidFill>
              </a:rPr>
              <a:pPr algn="r"/>
              <a:t>‹#›</a:t>
            </a:fld>
            <a:endParaRPr kumimoji="1" lang="ja-JP" altLang="en-US" sz="105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9612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82" r:id="rId3"/>
    <p:sldLayoutId id="2147483674" r:id="rId4"/>
    <p:sldLayoutId id="2147483691" r:id="rId5"/>
    <p:sldLayoutId id="2147483694" r:id="rId6"/>
    <p:sldLayoutId id="2147483688" r:id="rId7"/>
    <p:sldLayoutId id="2147483701" r:id="rId8"/>
    <p:sldLayoutId id="2147483690" r:id="rId9"/>
    <p:sldLayoutId id="2147483700" r:id="rId10"/>
    <p:sldLayoutId id="2147483678" r:id="rId11"/>
    <p:sldLayoutId id="2147483679" r:id="rId12"/>
    <p:sldLayoutId id="214748370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534988" indent="-268288" algn="l" defTabSz="914400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Font typeface="游ゴシック" panose="020B0400000000000000" pitchFamily="50" charset="-128"/>
        <a:buChar char="‒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801688" indent="-266700" algn="l" defTabSz="914400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40" userDrawn="1">
          <p15:clr>
            <a:srgbClr val="F26B43"/>
          </p15:clr>
        </p15:guide>
        <p15:guide id="2" pos="128" userDrawn="1">
          <p15:clr>
            <a:srgbClr val="F26B43"/>
          </p15:clr>
        </p15:guide>
        <p15:guide id="3" pos="7552" userDrawn="1">
          <p15:clr>
            <a:srgbClr val="F26B43"/>
          </p15:clr>
        </p15:guide>
        <p15:guide id="4" pos="267" userDrawn="1">
          <p15:clr>
            <a:srgbClr val="F26B43"/>
          </p15:clr>
        </p15:guide>
        <p15:guide id="5" pos="7413" userDrawn="1">
          <p15:clr>
            <a:srgbClr val="F26B43"/>
          </p15:clr>
        </p15:guide>
        <p15:guide id="6" orient="horz" pos="4015" userDrawn="1">
          <p15:clr>
            <a:srgbClr val="F26B43"/>
          </p15:clr>
        </p15:guide>
        <p15:guide id="7" orient="horz" pos="3748" userDrawn="1">
          <p15:clr>
            <a:srgbClr val="F26B43"/>
          </p15:clr>
        </p15:guide>
      </p15:sldGuideLst>
    </p:ext>
  </p:extLst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44546A"/>
                </a:solidFill>
              </a:rPr>
              <a:t>ホテル事業部  AI 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FAFAF"/>
                </a:solidFill>
              </a:rPr>
              <a:t>第1回 AI活用グランプリ　活用事例部門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8444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</a:rPr>
              <a:t>現場情報を、経営判断・稟議・実行指示に変換するAI業務基盤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33087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FAFAF"/>
                </a:solidFill>
              </a:rPr>
              <a:t>山口七星　｜　Hospitality and Culture Division　｜　2026年6月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2194560"/>
            <a:ext cx="2468880" cy="32004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418320" y="2286000"/>
            <a:ext cx="2286000" cy="548640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0" y="2377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285292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FAFAF"/>
                </a:solidFill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20" y="2999232"/>
            <a:ext cx="2286000" cy="54864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30906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AI処理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35661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FAFAF"/>
                </a:solidFill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0" y="3712464"/>
            <a:ext cx="2286000" cy="548640"/>
          </a:xfrm>
          <a:prstGeom prst="rect">
            <a:avLst/>
          </a:prstGeom>
          <a:solidFill>
            <a:srgbClr val="A9D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380390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427939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FAFAF"/>
                </a:solidFill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4425696"/>
            <a:ext cx="2286000" cy="548640"/>
          </a:xfrm>
          <a:prstGeom prst="rect">
            <a:avLst/>
          </a:prstGeom>
          <a:solidFill>
            <a:srgbClr val="E495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451713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実行管理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44546A"/>
                </a:solidFill>
              </a:rPr>
              <a:t>取り組みの背景　―　なぜAI業務OSが必要だったか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777240"/>
            <a:ext cx="914400" cy="274320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80467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背景・課題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1005840"/>
            <a:ext cx="5577840" cy="201168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624" y="1005840"/>
            <a:ext cx="548640" cy="2011680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6459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1115568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4546A"/>
                </a:solidFill>
              </a:rPr>
              <a:t>情報の属人化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1554480"/>
            <a:ext cx="4800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46A"/>
                </a:solidFill>
              </a:rPr>
              <a:t>Teams・PMS・会議メモ・OTA・ベンダー見積が散在。優先順位の判断が担当者経験に完全依存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005840"/>
            <a:ext cx="5577840" cy="201168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05840"/>
            <a:ext cx="548640" cy="2011680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16459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115568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4546A"/>
                </a:solidFill>
              </a:rPr>
              <a:t>報告品質のばらつき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554480"/>
            <a:ext cx="4800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46A"/>
                </a:solidFill>
              </a:rPr>
              <a:t>論点整理の深さ・経営向けの見せ方に担当者差。差し戻し・再考の時間が発生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" y="3200400"/>
            <a:ext cx="5577840" cy="201168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0624" y="3200400"/>
            <a:ext cx="548640" cy="2011680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" y="384048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" y="3310128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4546A"/>
                </a:solidFill>
              </a:rPr>
              <a:t>専門知識への依存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3749039"/>
            <a:ext cx="4800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46A"/>
                </a:solidFill>
              </a:rPr>
              <a:t>要件定義・市場調査・SNS・価格施策を外部委託または専門人材に依存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200400"/>
            <a:ext cx="5577840" cy="201168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200400"/>
            <a:ext cx="548640" cy="2011680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59" y="384048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310128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4546A"/>
                </a:solidFill>
              </a:rPr>
              <a:t>施策実行スピードの低下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3749039"/>
            <a:ext cx="4800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46A"/>
                </a:solidFill>
              </a:rPr>
              <a:t>報告・稟議・準備に時間がかかり、価格施策・開業準備の意思決定頻度が限定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>
                <a:solidFill>
                  <a:srgbClr val="44546A"/>
                </a:solidFill>
              </a:rPr>
              <a:t>活用概要　―　業務OS化フロー：情報を判断材料に変換する仕組み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777240"/>
            <a:ext cx="1170432" cy="274320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804672"/>
            <a:ext cx="987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応募内容の概要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1051560"/>
            <a:ext cx="2743200" cy="41148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0789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1600200"/>
            <a:ext cx="25603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69164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現場メモ
売上数値
会議内容
ベンダー論点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45536" y="2834640"/>
            <a:ext cx="256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4546A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1051560"/>
            <a:ext cx="2743200" cy="4114800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2" y="10789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AI処理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56432" y="1600200"/>
            <a:ext cx="25603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2152" y="169164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論点整理
構造化
言語変換
ToDo化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9904" y="2834640"/>
            <a:ext cx="256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4546A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051560"/>
            <a:ext cx="2743200" cy="4114800"/>
          </a:xfrm>
          <a:prstGeom prst="rect">
            <a:avLst/>
          </a:prstGeom>
          <a:solidFill>
            <a:srgbClr val="A9D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0789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600200"/>
            <a:ext cx="25603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69164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役員報告
稟議文案
週次レポート
価格施策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34272" y="2834640"/>
            <a:ext cx="256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4546A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53728" y="1051560"/>
            <a:ext cx="2743200" cy="4114800"/>
          </a:xfrm>
          <a:prstGeom prst="rect">
            <a:avLst/>
          </a:prstGeom>
          <a:solidFill>
            <a:srgbClr val="E495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10789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実行管理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45168" y="1600200"/>
            <a:ext cx="25603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90888" y="169164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Notion連携
進捗管理
承認サマリー
宿題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" y="5303520"/>
            <a:ext cx="11347704" cy="59436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3492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46A"/>
                </a:solidFill>
              </a:rPr>
              <a:t>ポイント：AIを単発利用で終わらせず、入力・処理・出力・実行管理の業務フローに組込み。属人的だった「考える・整理・判断材料化」プロセスを再現可能な業務基盤として設計。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700" b="1">
                <a:solidFill>
                  <a:srgbClr val="44546A"/>
                </a:solidFill>
              </a:rPr>
              <a:t>LIVE DEMO　―　HOTEL FORK &amp; KNIFE Miyajima　ADR・OCC改善の示唆だし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777240"/>
            <a:ext cx="786384" cy="274320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804672"/>
            <a:ext cx="6035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デモ実演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1051560"/>
            <a:ext cx="11347704" cy="5943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HOTEL FORK &amp; KNIFE Miyajima　／　2026年3月開業　／　34室スモールラグジュアリー　／　薪火ガストロノミー×ルーフトップ温泉SPA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828800"/>
            <a:ext cx="3566160" cy="457200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18288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論点１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" y="2286000"/>
            <a:ext cx="3566160" cy="237744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2331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546A"/>
                </a:solidFill>
              </a:rPr>
              <a:t>レベニュー管理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278892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46A"/>
                </a:solidFill>
              </a:rPr>
              <a:t>Twin A OCC 22%
の構造課題と
改善施策（3シナリオ）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15384" y="1828800"/>
            <a:ext cx="3566160" cy="457200"/>
          </a:xfrm>
          <a:prstGeom prst="rect">
            <a:avLst/>
          </a:prstGeom>
          <a:solidFill>
            <a:srgbClr val="E495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15384" y="18288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論点２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15384" y="2286000"/>
            <a:ext cx="3566160" cy="237744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06824" y="2331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546A"/>
                </a:solidFill>
              </a:rPr>
              <a:t>チャネル最適化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6824" y="278892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46A"/>
                </a:solidFill>
              </a:rPr>
              <a:t>一休.com 33%依存
からの脱却と
直販収益シミュレーション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0144" y="1828800"/>
            <a:ext cx="3566160" cy="457200"/>
          </a:xfrm>
          <a:prstGeom prst="rect">
            <a:avLst/>
          </a:prstGeom>
          <a:solidFill>
            <a:srgbClr val="A9D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0144" y="18288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論点３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0144" y="2286000"/>
            <a:ext cx="3566160" cy="237744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01584" y="2331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546A"/>
                </a:solidFill>
              </a:rPr>
              <a:t>口コミ×競合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4" y="278892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46A"/>
                </a:solidFill>
              </a:rPr>
              <a:t>差分抽出・打ち手優先度
界 宮島開業前の
対応戦略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" y="4434840"/>
            <a:ext cx="11347704" cy="1280160"/>
          </a:xfrm>
          <a:prstGeom prst="rect">
            <a:avLst/>
          </a:prstGeom>
          <a:solidFill>
            <a:srgbClr val="F0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48056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46A"/>
                </a:solidFill>
              </a:rPr>
              <a:t>① data-intake  ② revenue-scenario  ③ pricing-action  ④ channel-dependency  ⑤ direct-booking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82803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46A"/>
                </a:solidFill>
              </a:rPr>
              <a:t>⑥ channel-roadmap  ⑦ review-insight  ⑧ competitor-gap  ⑨ action-priority  ⑩ weekly-report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175504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FA1"/>
                </a:solidFill>
              </a:rPr>
              <a:t>⑪ executive-decision-synthesizer　←　LIVE実行（最終スキル）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>
                <a:solidFill>
                  <a:srgbClr val="44546A"/>
                </a:solidFill>
              </a:rPr>
              <a:t>DEMO実行　―　11スキル連携：現場数値 → 経営判断サマリー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777240"/>
            <a:ext cx="786384" cy="274320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804672"/>
            <a:ext cx="6035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デモ実演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1051560"/>
            <a:ext cx="1005840" cy="713232"/>
          </a:xfrm>
          <a:prstGeom prst="rect">
            <a:avLst/>
          </a:prstGeom>
          <a:solidFill>
            <a:srgbClr val="AFA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14300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0〜15秒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4752" y="1051560"/>
            <a:ext cx="685800" cy="713232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44752" y="114300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録画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48840" y="1051560"/>
            <a:ext cx="9619488" cy="713232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67712" y="1188719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46A"/>
                </a:solidFill>
              </a:rPr>
              <a:t>①②③  OCC/ADR/Twin A数値の構造化 → OCC改善3シナリオ → Twin A価格施策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" y="1920239"/>
            <a:ext cx="1005840" cy="713232"/>
          </a:xfrm>
          <a:prstGeom prst="rect">
            <a:avLst/>
          </a:prstGeom>
          <a:solidFill>
            <a:srgbClr val="AFA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" y="2011679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15〜30秒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44752" y="1920239"/>
            <a:ext cx="685800" cy="713232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4752" y="2011679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録画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48840" y="1920239"/>
            <a:ext cx="9619488" cy="713232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67712" y="2057399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46A"/>
                </a:solidFill>
              </a:rPr>
              <a:t>④⑤⑥  一休依存リスク分解 → 直販収益シミュレーション → 90日チャネルロードマップ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" y="2788920"/>
            <a:ext cx="1005840" cy="713232"/>
          </a:xfrm>
          <a:prstGeom prst="rect">
            <a:avLst/>
          </a:prstGeom>
          <a:solidFill>
            <a:srgbClr val="AFA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" y="288036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30〜50秒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44752" y="2788920"/>
            <a:ext cx="685800" cy="713232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44752" y="288036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録画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8840" y="2788920"/>
            <a:ext cx="9619488" cy="713232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67712" y="2926079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46A"/>
                </a:solidFill>
              </a:rPr>
              <a:t>⑦⑧⑨⑩  口コミ示唆抽出 → 競合差分分析 → 施策優先度マトリクス → 役員レポート成型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" y="3657599"/>
            <a:ext cx="1005840" cy="713232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3749039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50〜55秒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44752" y="3657599"/>
            <a:ext cx="685800" cy="713232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44752" y="3749039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宣言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40" y="3657599"/>
            <a:ext cx="9619488" cy="713232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67712" y="3794759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46A"/>
                </a:solidFill>
              </a:rPr>
              <a:t>「最後のスキル⑪をこの場でライブ実行します」と宣言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" y="4526279"/>
            <a:ext cx="1005840" cy="713232"/>
          </a:xfrm>
          <a:prstGeom prst="rect">
            <a:avLst/>
          </a:prstGeom>
          <a:solidFill>
            <a:srgbClr val="A9D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4617719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55〜75秒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44752" y="4526279"/>
            <a:ext cx="685800" cy="713232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44752" y="4617719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48840" y="4526279"/>
            <a:ext cx="9619488" cy="713232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67712" y="466344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46A"/>
                </a:solidFill>
              </a:rPr>
              <a:t>⑪ executive-decision-synthesizer  →  3論点統合サマリー＋今月の承認事項リスト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0624" y="5440680"/>
            <a:ext cx="11347704" cy="457200"/>
          </a:xfrm>
          <a:prstGeom prst="rect">
            <a:avLst/>
          </a:prstGeom>
          <a:solidFill>
            <a:srgbClr val="F6B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46A"/>
                </a:solidFill>
              </a:rPr>
              <a:t>⚠  失敗時：「念のため事前収録でお見せします」→ タブBに切替（バックアップ動画 demo_fullbackup_FK_Miyajima.mp4）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>
                <a:solidFill>
                  <a:srgbClr val="44546A"/>
                </a:solidFill>
              </a:rPr>
              <a:t>期待効果　―　4事例平均 約76%の工数削減・意思決定頻度の向上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777240"/>
            <a:ext cx="786384" cy="274320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804672"/>
            <a:ext cx="6035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期待効果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1051560"/>
            <a:ext cx="3566160" cy="210312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624" y="1051560"/>
            <a:ext cx="3566160" cy="384048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0698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週次レポート
作成時間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98064" y="106984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</a:rPr>
              <a:t>▲80%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15087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FAFAF"/>
                </a:solidFill>
              </a:rPr>
              <a:t>Before:  週150分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" y="192023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546A"/>
                </a:solidFill>
              </a:rPr>
              <a:t>After:    週30分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15384" y="1051560"/>
            <a:ext cx="3566160" cy="210312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15384" y="1051560"/>
            <a:ext cx="3566160" cy="384048"/>
          </a:xfrm>
          <a:prstGeom prst="rect">
            <a:avLst/>
          </a:prstGeom>
          <a:solidFill>
            <a:srgbClr val="E495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98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週次アジェンダ
更新時間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2824" y="106984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</a:rPr>
              <a:t>▲92%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2544" y="15087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FAFAF"/>
                </a:solidFill>
              </a:rPr>
              <a:t>Before:  週60分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2544" y="192023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546A"/>
                </a:solidFill>
              </a:rPr>
              <a:t>After:    週5分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0144" y="1051560"/>
            <a:ext cx="3566160" cy="210312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0144" y="1051560"/>
            <a:ext cx="3566160" cy="38404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01584" y="10698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ベンダー要件定義
対応工数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7584" y="106984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</a:rPr>
              <a:t>▲70%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7304" y="15087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FAFAF"/>
                </a:solidFill>
              </a:rPr>
              <a:t>Before:  週15〜20h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7304" y="192023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546A"/>
                </a:solidFill>
              </a:rPr>
              <a:t>After:    週6h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" y="3383279"/>
            <a:ext cx="3566160" cy="210312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" y="3383279"/>
            <a:ext cx="3566160" cy="384048"/>
          </a:xfrm>
          <a:prstGeom prst="rect">
            <a:avLst/>
          </a:prstGeom>
          <a:solidFill>
            <a:srgbClr val="A9D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34015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市場調査
戦略立案コスト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98064" y="340156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</a:rPr>
              <a:t>▲100%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" y="384047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FAFAF"/>
                </a:solidFill>
              </a:rPr>
              <a:t>Before:  代理店数百万〜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" y="425195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546A"/>
                </a:solidFill>
              </a:rPr>
              <a:t>After:    0円（AI内製）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15384" y="3383279"/>
            <a:ext cx="3566160" cy="210312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15384" y="3383279"/>
            <a:ext cx="3566160" cy="384048"/>
          </a:xfrm>
          <a:prstGeom prst="rect">
            <a:avLst/>
          </a:prstGeom>
          <a:solidFill>
            <a:srgbClr val="F6B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06824" y="34015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開業準備
同時進行物件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92824" y="340156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</a:rPr>
              <a:t>3倍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52544" y="384047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FAFAF"/>
                </a:solidFill>
              </a:rPr>
              <a:t>Before:  1物件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52544" y="425195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546A"/>
                </a:solidFill>
              </a:rPr>
              <a:t>After:    3物件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10144" y="3383279"/>
            <a:ext cx="3566160" cy="210312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10144" y="3383279"/>
            <a:ext cx="3566160" cy="384048"/>
          </a:xfrm>
          <a:prstGeom prst="rect">
            <a:avLst/>
          </a:prstGeom>
          <a:solidFill>
            <a:srgbClr val="AFA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01584" y="34015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価格施策
検討頻度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87584" y="340156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</a:rPr>
              <a:t>4倍+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47304" y="384047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FAFAF"/>
                </a:solidFill>
              </a:rPr>
              <a:t>Before:  月1回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47304" y="425195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546A"/>
                </a:solidFill>
              </a:rPr>
              <a:t>After:    週次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700" b="1">
                <a:solidFill>
                  <a:srgbClr val="44546A"/>
                </a:solidFill>
              </a:rPr>
              <a:t>実現性・横展開　―　4点の標準化で全部署・既存施設に適用可能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777240"/>
            <a:ext cx="1170432" cy="274320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804672"/>
            <a:ext cx="987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実現性・横展開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1051560"/>
            <a:ext cx="2743200" cy="502920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097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01  プロンプト集</a:t>
            </a:r>
          </a:p>
        </p:txBody>
      </p:sp>
      <p:sp>
        <p:nvSpPr>
          <p:cNvPr id="8" name="Rectangle 7"/>
          <p:cNvSpPr/>
          <p:nvPr/>
        </p:nvSpPr>
        <p:spPr>
          <a:xfrm>
            <a:off x="3364992" y="1051560"/>
            <a:ext cx="2743200" cy="502920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6432" y="1097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02  入力フォーマット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51560"/>
            <a:ext cx="2743200" cy="502920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097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03  出力フォーマット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53728" y="1051560"/>
            <a:ext cx="2743200" cy="502920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45168" y="1097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04  利用ルール（ガバナンス）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" y="1664208"/>
            <a:ext cx="11347704" cy="65836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" y="1664208"/>
            <a:ext cx="73152" cy="658368"/>
          </a:xfrm>
          <a:prstGeom prst="rect">
            <a:avLst/>
          </a:prstGeom>
          <a:solidFill>
            <a:srgbClr val="A9D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682496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9D18E"/>
                </a:solidFill>
              </a:rPr>
              <a:t>★ 既存施設での示唆だし（F&amp;K Miyajima で実証済み）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1993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6E6"/>
                </a:solidFill>
              </a:rPr>
              <a:t>OCC/ADR/口コミ/競合データを入力 → 改善施策・チャネル戦略・役員サマリーをその場で生成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" y="2450592"/>
            <a:ext cx="2743200" cy="1389888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0624" y="2450592"/>
            <a:ext cx="2743200" cy="347472"/>
          </a:xfrm>
          <a:prstGeom prst="rect">
            <a:avLst/>
          </a:prstGeom>
          <a:solidFill>
            <a:srgbClr val="E495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24871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投資・不動産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" y="28346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546A"/>
                </a:solidFill>
              </a:rPr>
              <a:t>物件論点整理・投資判断・リスク抽出・稟議文案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64992" y="2450592"/>
            <a:ext cx="2743200" cy="1389888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64992" y="2450592"/>
            <a:ext cx="2743200" cy="347472"/>
          </a:xfrm>
          <a:prstGeom prst="rect">
            <a:avLst/>
          </a:prstGeom>
          <a:solidFill>
            <a:srgbClr val="E495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56432" y="24871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開発・建設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6432" y="28346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546A"/>
                </a:solidFill>
              </a:rPr>
              <a:t>工事/設計/ベンダー要件定義・進捗報告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450592"/>
            <a:ext cx="2743200" cy="1389888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2450592"/>
            <a:ext cx="2743200" cy="347472"/>
          </a:xfrm>
          <a:prstGeom prst="rect">
            <a:avLst/>
          </a:prstGeom>
          <a:solidFill>
            <a:srgbClr val="E495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4871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経理・財務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8346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546A"/>
                </a:solidFill>
              </a:rPr>
              <a:t>請求・証憑リスク整理・稟議変換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53728" y="2450592"/>
            <a:ext cx="2743200" cy="1389888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53728" y="2450592"/>
            <a:ext cx="2743200" cy="347472"/>
          </a:xfrm>
          <a:prstGeom prst="rect">
            <a:avLst/>
          </a:prstGeom>
          <a:solidFill>
            <a:srgbClr val="E495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5168" y="24871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法務・コンプラ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5168" y="28346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546A"/>
                </a:solidFill>
              </a:rPr>
              <a:t>契約書レビュー・リスク分類・確認事項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" y="3959352"/>
            <a:ext cx="2743200" cy="1389888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0624" y="3959352"/>
            <a:ext cx="2743200" cy="347472"/>
          </a:xfrm>
          <a:prstGeom prst="rect">
            <a:avLst/>
          </a:prstGeom>
          <a:solidFill>
            <a:srgbClr val="E495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2064" y="399592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営業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" y="43434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546A"/>
                </a:solidFill>
              </a:rPr>
              <a:t>商談メモ→提案書・顧客別アプローチ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64992" y="3959352"/>
            <a:ext cx="2743200" cy="1389888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364992" y="3959352"/>
            <a:ext cx="2743200" cy="347472"/>
          </a:xfrm>
          <a:prstGeom prst="rect">
            <a:avLst/>
          </a:prstGeom>
          <a:solidFill>
            <a:srgbClr val="E495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56432" y="399592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情シス・AILAB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56432" y="43434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546A"/>
                </a:solidFill>
              </a:rPr>
              <a:t>要件定義・ベンダー対応・仕様書作成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3959352"/>
            <a:ext cx="2743200" cy="1389888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9360" y="3959352"/>
            <a:ext cx="2743200" cy="347472"/>
          </a:xfrm>
          <a:prstGeom prst="rect">
            <a:avLst/>
          </a:prstGeom>
          <a:solidFill>
            <a:srgbClr val="E495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399592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経営企画／人事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43434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546A"/>
                </a:solidFill>
              </a:rPr>
              <a:t>会議ログ論点整理・役員サマリー・求人票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44546A"/>
                </a:solidFill>
              </a:rPr>
              <a:t>まとめ　―　AIは清書係ではなく、判断補助の業務基盤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777240"/>
            <a:ext cx="658368" cy="274320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804672"/>
            <a:ext cx="4754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まとめ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1051560"/>
            <a:ext cx="11347704" cy="65836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「現場の情報を、意思決定できる状態に変換すること」が、このAI業務OSの価値です。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920240"/>
            <a:ext cx="2926080" cy="201168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1920240"/>
            <a:ext cx="2926080" cy="73152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057400"/>
            <a:ext cx="2926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5AFA1"/>
                </a:solidFill>
              </a:rPr>
              <a:t>76%
工数削減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46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FAFAF"/>
                </a:solidFill>
              </a:rPr>
              <a:t>4事例平均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920240"/>
            <a:ext cx="2926080" cy="201168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0" y="1920240"/>
            <a:ext cx="2926080" cy="73152"/>
          </a:xfrm>
          <a:prstGeom prst="rect">
            <a:avLst/>
          </a:prstGeom>
          <a:solidFill>
            <a:srgbClr val="E495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057400"/>
            <a:ext cx="2926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49595"/>
                </a:solidFill>
              </a:rPr>
              <a:t>0円
内製化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246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FAFAF"/>
                </a:solidFill>
              </a:rPr>
              <a:t>代理店費→AI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920240"/>
            <a:ext cx="2926080" cy="201168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920240"/>
            <a:ext cx="2926080" cy="73152"/>
          </a:xfrm>
          <a:prstGeom prst="rect">
            <a:avLst/>
          </a:prstGeom>
          <a:solidFill>
            <a:srgbClr val="A9D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2057400"/>
            <a:ext cx="2926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A9D18E"/>
                </a:solidFill>
              </a:rPr>
              <a:t>3倍
同時推進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246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FAFAF"/>
                </a:solidFill>
              </a:rPr>
              <a:t>開業準備物件数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" y="4114800"/>
            <a:ext cx="3566160" cy="13716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" y="4114800"/>
            <a:ext cx="73152" cy="1371600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" y="416052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</a:rPr>
              <a:t>判断品質の安定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457200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46A"/>
                </a:solidFill>
              </a:rPr>
              <a:t>論点・リスク・意思決定事項をAIが構造化し、役員報告の品質が安定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15384" y="4114800"/>
            <a:ext cx="3566160" cy="13716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15384" y="4114800"/>
            <a:ext cx="73152" cy="1371600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98264" y="416052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</a:rPr>
              <a:t>属人化の解消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98264" y="457200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46A"/>
                </a:solidFill>
              </a:rPr>
              <a:t>思考プロセスをプロンプト化。誰でも一定品質で再現できる状態に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10144" y="4114800"/>
            <a:ext cx="3566160" cy="13716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10144" y="4114800"/>
            <a:ext cx="73152" cy="1371600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93024" y="416052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</a:rPr>
              <a:t>専門機能の内製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3024" y="457200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46A"/>
                </a:solidFill>
              </a:rPr>
              <a:t>PM・調査会社・マーケター・ライターの機能をAIで補完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" y="5623560"/>
            <a:ext cx="11347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4546A"/>
                </a:solidFill>
              </a:rPr>
              <a:t>ホテル事業部で実証したこのモデルを、KC全社の業務品質底上げに展開します。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Cテンプレ">
  <a:themeElements>
    <a:clrScheme name="霞が関キャピタル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5AFA1"/>
      </a:accent1>
      <a:accent2>
        <a:srgbClr val="E49595"/>
      </a:accent2>
      <a:accent3>
        <a:srgbClr val="AFAFAF"/>
      </a:accent3>
      <a:accent4>
        <a:srgbClr val="F6B69E"/>
      </a:accent4>
      <a:accent5>
        <a:srgbClr val="ADA9A9"/>
      </a:accent5>
      <a:accent6>
        <a:srgbClr val="A9D18E"/>
      </a:accent6>
      <a:hlink>
        <a:srgbClr val="0563C1"/>
      </a:hlink>
      <a:folHlink>
        <a:srgbClr val="954F72"/>
      </a:folHlink>
    </a:clrScheme>
    <a:fontScheme name="霞が関キャピタルテンプレート">
      <a:majorFont>
        <a:latin typeface="游ゴシック"/>
        <a:ea typeface="游ゴシック"/>
        <a:cs typeface=""/>
      </a:majorFont>
      <a:minorFont>
        <a:latin typeface="游ゴシック"/>
        <a:ea typeface="游ゴシック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05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2">
              <a:lumMod val="50000"/>
            </a:schemeClr>
          </a:solidFill>
          <a:headEnd type="non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46800" tIns="18000" rIns="46800" bIns="18000" rtlCol="0">
        <a:spAutoFit/>
      </a:bodyPr>
      <a:lstStyle>
        <a:defPPr algn="l">
          <a:spcBef>
            <a:spcPts val="600"/>
          </a:spcBef>
          <a:spcAft>
            <a:spcPts val="600"/>
          </a:spcAft>
          <a:defRPr kumimoji="1" sz="10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KCテンプレ" id="{FC70142B-0150-46D1-B50E-85A2EDEC23E9}" vid="{B0739039-F209-44E0-9CA0-18767BCE51D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758CE524F7D0E642BAE6F1AA11991E91" ma:contentTypeVersion="19" ma:contentTypeDescription="新しいドキュメントを作成します。" ma:contentTypeScope="" ma:versionID="2e3ac8fa3f01fdf23199afeb45d4c085">
  <xsd:schema xmlns:xsd="http://www.w3.org/2001/XMLSchema" xmlns:xs="http://www.w3.org/2001/XMLSchema" xmlns:p="http://schemas.microsoft.com/office/2006/metadata/properties" xmlns:ns2="e3b46fb8-25af-45c1-8533-65072bab4250" xmlns:ns3="a6dad6e6-8cbb-4a57-81b7-d497a5fdeeb5" targetNamespace="http://schemas.microsoft.com/office/2006/metadata/properties" ma:root="true" ma:fieldsID="7317da57098c075575c91968cccd7a7f" ns2:_="" ns3:_="">
    <xsd:import namespace="e3b46fb8-25af-45c1-8533-65072bab4250"/>
    <xsd:import namespace="a6dad6e6-8cbb-4a57-81b7-d497a5fdee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b46fb8-25af-45c1-8533-65072bab42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画像タグ" ma:readOnly="false" ma:fieldId="{5cf76f15-5ced-4ddc-b409-7134ff3c332f}" ma:taxonomyMulti="true" ma:sspId="bc92feef-5b3b-4b72-a0cf-44da08e5242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dad6e6-8cbb-4a57-81b7-d497a5fdeeb5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c1dac8aa-ed81-4674-8184-f6e04d0235cb}" ma:internalName="TaxCatchAll" ma:showField="CatchAllData" ma:web="a6dad6e6-8cbb-4a57-81b7-d497a5fdee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6dad6e6-8cbb-4a57-81b7-d497a5fdeeb5" xsi:nil="true"/>
    <lcf76f155ced4ddcb4097134ff3c332f xmlns="e3b46fb8-25af-45c1-8533-65072bab425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ECBA732-C7F0-4905-8F9E-B724CDA7384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341307-DBE8-4A92-8EDF-6E53BD2E3A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3b46fb8-25af-45c1-8533-65072bab4250"/>
    <ds:schemaRef ds:uri="a6dad6e6-8cbb-4a57-81b7-d497a5fdee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282466D-3644-455A-8A98-5A7610407DC7}">
  <ds:schemaRefs>
    <ds:schemaRef ds:uri="a6dad6e6-8cbb-4a57-81b7-d497a5fdeeb5"/>
    <ds:schemaRef ds:uri="e3b46fb8-25af-45c1-8533-65072bab425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</Words>
  <Application>Microsoft Office PowerPoint</Application>
  <PresentationFormat>ワイド画面</PresentationFormat>
  <Paragraphs>4</Paragraphs>
  <Slides>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游ゴシック</vt:lpstr>
      <vt:lpstr>Arial</vt:lpstr>
      <vt:lpstr>Calibri</vt:lpstr>
      <vt:lpstr>Wingdings</vt:lpstr>
      <vt:lpstr>KCテンプレ</vt:lpstr>
      <vt:lpstr>X</vt:lpstr>
      <vt:lpstr>XXXX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LINE×会員プログラム施策</dc:title>
  <dc:creator>山口 七星</dc:creator>
  <cp:lastModifiedBy>山口 七星</cp:lastModifiedBy>
  <cp:revision>954</cp:revision>
  <dcterms:created xsi:type="dcterms:W3CDTF">2024-12-22T08:23:12Z</dcterms:created>
  <dcterms:modified xsi:type="dcterms:W3CDTF">2026-05-29T03:19:20Z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0x010100758CE524F7D0E642BAE6F1AA11991E91</vt:lpwstr>
  </property>
  <property fmtid="{D5CDD505-2E9C-101B-9397-08002B2CF9AE}" pid="3" name="MediaServiceImageTags">
    <vt:lpwstr/>
  </property>
</Properties>
</file>