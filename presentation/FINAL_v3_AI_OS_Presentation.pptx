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sldIdLst>
    <p:sldId id="2147483645" r:id="rId15"/>
    <p:sldId id="2147483646" r:id="rId16"/>
    <p:sldId id="2147483647" r:id="rId17"/>
    <p:sldId id="256" r:id="rId18"/>
    <p:sldId id="257" r:id="rId19"/>
    <p:sldId id="258" r:id="rId20"/>
    <p:sldId id="259" r:id="rId21"/>
    <p:sldId id="260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B89AC9-AB64-028D-E0EA-8CDAB6FF005A}" name="山口 七星" initials="山七" userId="S::n.yamaguchi@kasumigaseki.co.jp::f3692df2-7686-4390-b3bf-9a553b6c30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14BD7-F914-4A69-8864-CAE3546A0D34}" v="4" dt="2026-05-29T01:28:37.2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口 七星" userId="f3692df2-7686-4390-b3bf-9a553b6c30cf" providerId="ADAL" clId="{9F1ABF04-B7EC-4556-B6B9-71FDDF24C66E}"/>
    <pc:docChg chg="custSel delSld modSld">
      <pc:chgData name="山口 七星" userId="f3692df2-7686-4390-b3bf-9a553b6c30cf" providerId="ADAL" clId="{9F1ABF04-B7EC-4556-B6B9-71FDDF24C66E}" dt="2026-05-29T03:19:18.350" v="148" actId="20577"/>
      <pc:docMkLst>
        <pc:docMk/>
      </pc:docMkLst>
      <pc:sldChg chg="del">
        <pc:chgData name="山口 七星" userId="f3692df2-7686-4390-b3bf-9a553b6c30cf" providerId="ADAL" clId="{9F1ABF04-B7EC-4556-B6B9-71FDDF24C66E}" dt="2026-05-29T01:28:54.623" v="74" actId="47"/>
        <pc:sldMkLst>
          <pc:docMk/>
          <pc:sldMk cId="4243801059" sldId="411"/>
        </pc:sldMkLst>
      </pc:sldChg>
      <pc:sldChg chg="del">
        <pc:chgData name="山口 七星" userId="f3692df2-7686-4390-b3bf-9a553b6c30cf" providerId="ADAL" clId="{9F1ABF04-B7EC-4556-B6B9-71FDDF24C66E}" dt="2026-05-29T01:28:54.452" v="73" actId="47"/>
        <pc:sldMkLst>
          <pc:docMk/>
          <pc:sldMk cId="201224425" sldId="413"/>
        </pc:sldMkLst>
      </pc:sldChg>
      <pc:sldChg chg="del">
        <pc:chgData name="山口 七星" userId="f3692df2-7686-4390-b3bf-9a553b6c30cf" providerId="ADAL" clId="{9F1ABF04-B7EC-4556-B6B9-71FDDF24C66E}" dt="2026-05-29T01:28:59.478" v="91" actId="47"/>
        <pc:sldMkLst>
          <pc:docMk/>
          <pc:sldMk cId="2576159462" sldId="424"/>
        </pc:sldMkLst>
      </pc:sldChg>
      <pc:sldChg chg="del">
        <pc:chgData name="山口 七星" userId="f3692df2-7686-4390-b3bf-9a553b6c30cf" providerId="ADAL" clId="{9F1ABF04-B7EC-4556-B6B9-71FDDF24C66E}" dt="2026-05-29T01:28:59.672" v="92" actId="47"/>
        <pc:sldMkLst>
          <pc:docMk/>
          <pc:sldMk cId="1580981683" sldId="425"/>
        </pc:sldMkLst>
      </pc:sldChg>
      <pc:sldChg chg="del">
        <pc:chgData name="山口 七星" userId="f3692df2-7686-4390-b3bf-9a553b6c30cf" providerId="ADAL" clId="{9F1ABF04-B7EC-4556-B6B9-71FDDF24C66E}" dt="2026-05-29T01:29:00.250" v="95" actId="47"/>
        <pc:sldMkLst>
          <pc:docMk/>
          <pc:sldMk cId="207762885" sldId="426"/>
        </pc:sldMkLst>
      </pc:sldChg>
      <pc:sldChg chg="del">
        <pc:chgData name="山口 七星" userId="f3692df2-7686-4390-b3bf-9a553b6c30cf" providerId="ADAL" clId="{9F1ABF04-B7EC-4556-B6B9-71FDDF24C66E}" dt="2026-05-29T01:29:01.180" v="96" actId="47"/>
        <pc:sldMkLst>
          <pc:docMk/>
          <pc:sldMk cId="1786369817" sldId="428"/>
        </pc:sldMkLst>
      </pc:sldChg>
      <pc:sldChg chg="del">
        <pc:chgData name="山口 七星" userId="f3692df2-7686-4390-b3bf-9a553b6c30cf" providerId="ADAL" clId="{9F1ABF04-B7EC-4556-B6B9-71FDDF24C66E}" dt="2026-05-29T01:29:00.040" v="94" actId="47"/>
        <pc:sldMkLst>
          <pc:docMk/>
          <pc:sldMk cId="2543196256" sldId="429"/>
        </pc:sldMkLst>
      </pc:sldChg>
      <pc:sldChg chg="del">
        <pc:chgData name="山口 七星" userId="f3692df2-7686-4390-b3bf-9a553b6c30cf" providerId="ADAL" clId="{9F1ABF04-B7EC-4556-B6B9-71FDDF24C66E}" dt="2026-05-29T01:28:59.313" v="90" actId="47"/>
        <pc:sldMkLst>
          <pc:docMk/>
          <pc:sldMk cId="3050644376" sldId="463"/>
        </pc:sldMkLst>
      </pc:sldChg>
      <pc:sldChg chg="modSp mod">
        <pc:chgData name="山口 七星" userId="f3692df2-7686-4390-b3bf-9a553b6c30cf" providerId="ADAL" clId="{9F1ABF04-B7EC-4556-B6B9-71FDDF24C66E}" dt="2026-05-29T03:19:18.350" v="148" actId="20577"/>
        <pc:sldMkLst>
          <pc:docMk/>
          <pc:sldMk cId="2308997880" sldId="485"/>
        </pc:sldMkLst>
        <pc:spChg chg="mod">
          <ac:chgData name="山口 七星" userId="f3692df2-7686-4390-b3bf-9a553b6c30cf" providerId="ADAL" clId="{9F1ABF04-B7EC-4556-B6B9-71FDDF24C66E}" dt="2026-05-29T03:19:18.350" v="148" actId="20577"/>
          <ac:spMkLst>
            <pc:docMk/>
            <pc:sldMk cId="2308997880" sldId="485"/>
            <ac:spMk id="3" creationId="{FE9E7D17-8161-B3EA-84DA-7A1AA9C88AFE}"/>
          </ac:spMkLst>
        </pc:spChg>
      </pc:sldChg>
      <pc:sldChg chg="del">
        <pc:chgData name="山口 七星" userId="f3692df2-7686-4390-b3bf-9a553b6c30cf" providerId="ADAL" clId="{9F1ABF04-B7EC-4556-B6B9-71FDDF24C66E}" dt="2026-05-29T01:28:59.894" v="93" actId="47"/>
        <pc:sldMkLst>
          <pc:docMk/>
          <pc:sldMk cId="3796636241" sldId="486"/>
        </pc:sldMkLst>
      </pc:sldChg>
      <pc:sldChg chg="del">
        <pc:chgData name="山口 七星" userId="f3692df2-7686-4390-b3bf-9a553b6c30cf" providerId="ADAL" clId="{9F1ABF04-B7EC-4556-B6B9-71FDDF24C66E}" dt="2026-05-29T01:28:57.533" v="83" actId="47"/>
        <pc:sldMkLst>
          <pc:docMk/>
          <pc:sldMk cId="689604271" sldId="487"/>
        </pc:sldMkLst>
      </pc:sldChg>
      <pc:sldChg chg="del">
        <pc:chgData name="山口 七星" userId="f3692df2-7686-4390-b3bf-9a553b6c30cf" providerId="ADAL" clId="{9F1ABF04-B7EC-4556-B6B9-71FDDF24C66E}" dt="2026-05-29T01:28:53.364" v="68" actId="47"/>
        <pc:sldMkLst>
          <pc:docMk/>
          <pc:sldMk cId="3524502978" sldId="488"/>
        </pc:sldMkLst>
      </pc:sldChg>
      <pc:sldChg chg="del">
        <pc:chgData name="山口 七星" userId="f3692df2-7686-4390-b3bf-9a553b6c30cf" providerId="ADAL" clId="{9F1ABF04-B7EC-4556-B6B9-71FDDF24C66E}" dt="2026-05-29T01:28:53.198" v="67" actId="47"/>
        <pc:sldMkLst>
          <pc:docMk/>
          <pc:sldMk cId="2715480931" sldId="489"/>
        </pc:sldMkLst>
      </pc:sldChg>
      <pc:sldChg chg="del">
        <pc:chgData name="山口 七星" userId="f3692df2-7686-4390-b3bf-9a553b6c30cf" providerId="ADAL" clId="{9F1ABF04-B7EC-4556-B6B9-71FDDF24C66E}" dt="2026-05-29T01:28:52.720" v="65" actId="47"/>
        <pc:sldMkLst>
          <pc:docMk/>
          <pc:sldMk cId="4243571970" sldId="490"/>
        </pc:sldMkLst>
      </pc:sldChg>
      <pc:sldChg chg="del">
        <pc:chgData name="山口 七星" userId="f3692df2-7686-4390-b3bf-9a553b6c30cf" providerId="ADAL" clId="{9F1ABF04-B7EC-4556-B6B9-71FDDF24C66E}" dt="2026-05-29T01:28:53.977" v="71" actId="47"/>
        <pc:sldMkLst>
          <pc:docMk/>
          <pc:sldMk cId="1910761035" sldId="491"/>
        </pc:sldMkLst>
      </pc:sldChg>
      <pc:sldChg chg="del">
        <pc:chgData name="山口 七星" userId="f3692df2-7686-4390-b3bf-9a553b6c30cf" providerId="ADAL" clId="{9F1ABF04-B7EC-4556-B6B9-71FDDF24C66E}" dt="2026-05-29T01:28:52.499" v="64" actId="47"/>
        <pc:sldMkLst>
          <pc:docMk/>
          <pc:sldMk cId="3347138525" sldId="493"/>
        </pc:sldMkLst>
      </pc:sldChg>
      <pc:sldChg chg="del">
        <pc:chgData name="山口 七星" userId="f3692df2-7686-4390-b3bf-9a553b6c30cf" providerId="ADAL" clId="{9F1ABF04-B7EC-4556-B6B9-71FDDF24C66E}" dt="2026-05-29T01:28:45.829" v="45" actId="47"/>
        <pc:sldMkLst>
          <pc:docMk/>
          <pc:sldMk cId="824413302" sldId="494"/>
        </pc:sldMkLst>
      </pc:sldChg>
      <pc:sldChg chg="del">
        <pc:chgData name="山口 七星" userId="f3692df2-7686-4390-b3bf-9a553b6c30cf" providerId="ADAL" clId="{9F1ABF04-B7EC-4556-B6B9-71FDDF24C66E}" dt="2026-05-29T01:28:57.983" v="84" actId="47"/>
        <pc:sldMkLst>
          <pc:docMk/>
          <pc:sldMk cId="4166885525" sldId="495"/>
        </pc:sldMkLst>
      </pc:sldChg>
      <pc:sldChg chg="del">
        <pc:chgData name="山口 七星" userId="f3692df2-7686-4390-b3bf-9a553b6c30cf" providerId="ADAL" clId="{9F1ABF04-B7EC-4556-B6B9-71FDDF24C66E}" dt="2026-05-29T01:28:53.003" v="66" actId="47"/>
        <pc:sldMkLst>
          <pc:docMk/>
          <pc:sldMk cId="2058700689" sldId="496"/>
        </pc:sldMkLst>
      </pc:sldChg>
      <pc:sldChg chg="del">
        <pc:chgData name="山口 七星" userId="f3692df2-7686-4390-b3bf-9a553b6c30cf" providerId="ADAL" clId="{9F1ABF04-B7EC-4556-B6B9-71FDDF24C66E}" dt="2026-05-29T01:28:53.719" v="70" actId="47"/>
        <pc:sldMkLst>
          <pc:docMk/>
          <pc:sldMk cId="2901625504" sldId="497"/>
        </pc:sldMkLst>
      </pc:sldChg>
      <pc:sldChg chg="del">
        <pc:chgData name="山口 七星" userId="f3692df2-7686-4390-b3bf-9a553b6c30cf" providerId="ADAL" clId="{9F1ABF04-B7EC-4556-B6B9-71FDDF24C66E}" dt="2026-05-29T01:28:54.171" v="72" actId="47"/>
        <pc:sldMkLst>
          <pc:docMk/>
          <pc:sldMk cId="284290101" sldId="498"/>
        </pc:sldMkLst>
      </pc:sldChg>
      <pc:sldChg chg="del">
        <pc:chgData name="山口 七星" userId="f3692df2-7686-4390-b3bf-9a553b6c30cf" providerId="ADAL" clId="{9F1ABF04-B7EC-4556-B6B9-71FDDF24C66E}" dt="2026-05-29T01:28:55.007" v="75" actId="47"/>
        <pc:sldMkLst>
          <pc:docMk/>
          <pc:sldMk cId="1256755156" sldId="499"/>
        </pc:sldMkLst>
      </pc:sldChg>
      <pc:sldChg chg="del">
        <pc:chgData name="山口 七星" userId="f3692df2-7686-4390-b3bf-9a553b6c30cf" providerId="ADAL" clId="{9F1ABF04-B7EC-4556-B6B9-71FDDF24C66E}" dt="2026-05-29T01:28:55.397" v="76" actId="47"/>
        <pc:sldMkLst>
          <pc:docMk/>
          <pc:sldMk cId="3446362795" sldId="500"/>
        </pc:sldMkLst>
      </pc:sldChg>
      <pc:sldChg chg="del">
        <pc:chgData name="山口 七星" userId="f3692df2-7686-4390-b3bf-9a553b6c30cf" providerId="ADAL" clId="{9F1ABF04-B7EC-4556-B6B9-71FDDF24C66E}" dt="2026-05-29T01:28:55.718" v="77" actId="47"/>
        <pc:sldMkLst>
          <pc:docMk/>
          <pc:sldMk cId="2766935266" sldId="501"/>
        </pc:sldMkLst>
      </pc:sldChg>
      <pc:sldChg chg="del">
        <pc:chgData name="山口 七星" userId="f3692df2-7686-4390-b3bf-9a553b6c30cf" providerId="ADAL" clId="{9F1ABF04-B7EC-4556-B6B9-71FDDF24C66E}" dt="2026-05-29T01:28:55.990" v="78" actId="47"/>
        <pc:sldMkLst>
          <pc:docMk/>
          <pc:sldMk cId="417829419" sldId="502"/>
        </pc:sldMkLst>
      </pc:sldChg>
      <pc:sldChg chg="del">
        <pc:chgData name="山口 七星" userId="f3692df2-7686-4390-b3bf-9a553b6c30cf" providerId="ADAL" clId="{9F1ABF04-B7EC-4556-B6B9-71FDDF24C66E}" dt="2026-05-29T01:28:56.318" v="79" actId="47"/>
        <pc:sldMkLst>
          <pc:docMk/>
          <pc:sldMk cId="344817116" sldId="504"/>
        </pc:sldMkLst>
      </pc:sldChg>
      <pc:sldChg chg="del">
        <pc:chgData name="山口 七星" userId="f3692df2-7686-4390-b3bf-9a553b6c30cf" providerId="ADAL" clId="{9F1ABF04-B7EC-4556-B6B9-71FDDF24C66E}" dt="2026-05-29T01:28:45.172" v="44" actId="47"/>
        <pc:sldMkLst>
          <pc:docMk/>
          <pc:sldMk cId="2592525419" sldId="506"/>
        </pc:sldMkLst>
      </pc:sldChg>
      <pc:sldChg chg="del">
        <pc:chgData name="山口 七星" userId="f3692df2-7686-4390-b3bf-9a553b6c30cf" providerId="ADAL" clId="{9F1ABF04-B7EC-4556-B6B9-71FDDF24C66E}" dt="2026-05-29T01:28:47.100" v="47" actId="47"/>
        <pc:sldMkLst>
          <pc:docMk/>
          <pc:sldMk cId="1101575753" sldId="510"/>
        </pc:sldMkLst>
      </pc:sldChg>
      <pc:sldChg chg="del">
        <pc:chgData name="山口 七星" userId="f3692df2-7686-4390-b3bf-9a553b6c30cf" providerId="ADAL" clId="{9F1ABF04-B7EC-4556-B6B9-71FDDF24C66E}" dt="2026-05-29T01:28:48.003" v="49" actId="47"/>
        <pc:sldMkLst>
          <pc:docMk/>
          <pc:sldMk cId="388507654" sldId="511"/>
        </pc:sldMkLst>
      </pc:sldChg>
      <pc:sldChg chg="del">
        <pc:chgData name="山口 七星" userId="f3692df2-7686-4390-b3bf-9a553b6c30cf" providerId="ADAL" clId="{9F1ABF04-B7EC-4556-B6B9-71FDDF24C66E}" dt="2026-05-29T01:28:50.350" v="55" actId="47"/>
        <pc:sldMkLst>
          <pc:docMk/>
          <pc:sldMk cId="3359933179" sldId="512"/>
        </pc:sldMkLst>
      </pc:sldChg>
      <pc:sldChg chg="del">
        <pc:chgData name="山口 七星" userId="f3692df2-7686-4390-b3bf-9a553b6c30cf" providerId="ADAL" clId="{9F1ABF04-B7EC-4556-B6B9-71FDDF24C66E}" dt="2026-05-29T01:28:47.497" v="48" actId="47"/>
        <pc:sldMkLst>
          <pc:docMk/>
          <pc:sldMk cId="2890638990" sldId="515"/>
        </pc:sldMkLst>
      </pc:sldChg>
      <pc:sldChg chg="del">
        <pc:chgData name="山口 七星" userId="f3692df2-7686-4390-b3bf-9a553b6c30cf" providerId="ADAL" clId="{9F1ABF04-B7EC-4556-B6B9-71FDDF24C66E}" dt="2026-05-29T01:28:48.417" v="50" actId="47"/>
        <pc:sldMkLst>
          <pc:docMk/>
          <pc:sldMk cId="921526584" sldId="517"/>
        </pc:sldMkLst>
      </pc:sldChg>
      <pc:sldChg chg="del">
        <pc:chgData name="山口 七星" userId="f3692df2-7686-4390-b3bf-9a553b6c30cf" providerId="ADAL" clId="{9F1ABF04-B7EC-4556-B6B9-71FDDF24C66E}" dt="2026-05-29T01:28:49.227" v="52" actId="47"/>
        <pc:sldMkLst>
          <pc:docMk/>
          <pc:sldMk cId="433393768" sldId="518"/>
        </pc:sldMkLst>
      </pc:sldChg>
      <pc:sldChg chg="del">
        <pc:chgData name="山口 七星" userId="f3692df2-7686-4390-b3bf-9a553b6c30cf" providerId="ADAL" clId="{9F1ABF04-B7EC-4556-B6B9-71FDDF24C66E}" dt="2026-05-29T01:28:56.637" v="80" actId="47"/>
        <pc:sldMkLst>
          <pc:docMk/>
          <pc:sldMk cId="555580099" sldId="519"/>
        </pc:sldMkLst>
      </pc:sldChg>
      <pc:sldChg chg="del">
        <pc:chgData name="山口 七星" userId="f3692df2-7686-4390-b3bf-9a553b6c30cf" providerId="ADAL" clId="{9F1ABF04-B7EC-4556-B6B9-71FDDF24C66E}" dt="2026-05-29T01:28:52.295" v="63" actId="47"/>
        <pc:sldMkLst>
          <pc:docMk/>
          <pc:sldMk cId="2329462543" sldId="520"/>
        </pc:sldMkLst>
      </pc:sldChg>
      <pc:sldChg chg="del">
        <pc:chgData name="山口 七星" userId="f3692df2-7686-4390-b3bf-9a553b6c30cf" providerId="ADAL" clId="{9F1ABF04-B7EC-4556-B6B9-71FDDF24C66E}" dt="2026-05-29T01:28:53.546" v="69" actId="47"/>
        <pc:sldMkLst>
          <pc:docMk/>
          <pc:sldMk cId="4235312" sldId="521"/>
        </pc:sldMkLst>
      </pc:sldChg>
      <pc:sldChg chg="del">
        <pc:chgData name="山口 七星" userId="f3692df2-7686-4390-b3bf-9a553b6c30cf" providerId="ADAL" clId="{9F1ABF04-B7EC-4556-B6B9-71FDDF24C66E}" dt="2026-05-29T01:28:46.596" v="46" actId="47"/>
        <pc:sldMkLst>
          <pc:docMk/>
          <pc:sldMk cId="2348236610" sldId="522"/>
        </pc:sldMkLst>
      </pc:sldChg>
      <pc:sldChg chg="del">
        <pc:chgData name="山口 七星" userId="f3692df2-7686-4390-b3bf-9a553b6c30cf" providerId="ADAL" clId="{9F1ABF04-B7EC-4556-B6B9-71FDDF24C66E}" dt="2026-05-29T01:28:49.580" v="53" actId="47"/>
        <pc:sldMkLst>
          <pc:docMk/>
          <pc:sldMk cId="596997454" sldId="524"/>
        </pc:sldMkLst>
      </pc:sldChg>
      <pc:sldChg chg="del">
        <pc:chgData name="山口 七星" userId="f3692df2-7686-4390-b3bf-9a553b6c30cf" providerId="ADAL" clId="{9F1ABF04-B7EC-4556-B6B9-71FDDF24C66E}" dt="2026-05-29T01:28:59.156" v="89" actId="47"/>
        <pc:sldMkLst>
          <pc:docMk/>
          <pc:sldMk cId="1513139784" sldId="2147481759"/>
        </pc:sldMkLst>
      </pc:sldChg>
      <pc:sldChg chg="del">
        <pc:chgData name="山口 七星" userId="f3692df2-7686-4390-b3bf-9a553b6c30cf" providerId="ADAL" clId="{9F1ABF04-B7EC-4556-B6B9-71FDDF24C66E}" dt="2026-05-29T01:28:58.704" v="87" actId="47"/>
        <pc:sldMkLst>
          <pc:docMk/>
          <pc:sldMk cId="4271617920" sldId="2147483575"/>
        </pc:sldMkLst>
      </pc:sldChg>
      <pc:sldChg chg="del">
        <pc:chgData name="山口 七星" userId="f3692df2-7686-4390-b3bf-9a553b6c30cf" providerId="ADAL" clId="{9F1ABF04-B7EC-4556-B6B9-71FDDF24C66E}" dt="2026-05-29T01:28:58.920" v="88" actId="47"/>
        <pc:sldMkLst>
          <pc:docMk/>
          <pc:sldMk cId="1557517821" sldId="2147483578"/>
        </pc:sldMkLst>
      </pc:sldChg>
      <pc:sldChg chg="del">
        <pc:chgData name="山口 七星" userId="f3692df2-7686-4390-b3bf-9a553b6c30cf" providerId="ADAL" clId="{9F1ABF04-B7EC-4556-B6B9-71FDDF24C66E}" dt="2026-05-29T01:28:51.208" v="58" actId="47"/>
        <pc:sldMkLst>
          <pc:docMk/>
          <pc:sldMk cId="2585788378" sldId="2147483583"/>
        </pc:sldMkLst>
      </pc:sldChg>
      <pc:sldChg chg="del">
        <pc:chgData name="山口 七星" userId="f3692df2-7686-4390-b3bf-9a553b6c30cf" providerId="ADAL" clId="{9F1ABF04-B7EC-4556-B6B9-71FDDF24C66E}" dt="2026-05-29T01:28:51.480" v="59" actId="47"/>
        <pc:sldMkLst>
          <pc:docMk/>
          <pc:sldMk cId="243775524" sldId="2147483584"/>
        </pc:sldMkLst>
      </pc:sldChg>
      <pc:sldChg chg="del">
        <pc:chgData name="山口 七星" userId="f3692df2-7686-4390-b3bf-9a553b6c30cf" providerId="ADAL" clId="{9F1ABF04-B7EC-4556-B6B9-71FDDF24C66E}" dt="2026-05-29T01:28:51.678" v="60" actId="47"/>
        <pc:sldMkLst>
          <pc:docMk/>
          <pc:sldMk cId="554542148" sldId="2147483585"/>
        </pc:sldMkLst>
      </pc:sldChg>
      <pc:sldChg chg="del">
        <pc:chgData name="山口 七星" userId="f3692df2-7686-4390-b3bf-9a553b6c30cf" providerId="ADAL" clId="{9F1ABF04-B7EC-4556-B6B9-71FDDF24C66E}" dt="2026-05-29T01:28:58.164" v="85" actId="47"/>
        <pc:sldMkLst>
          <pc:docMk/>
          <pc:sldMk cId="1604484619" sldId="2147483626"/>
        </pc:sldMkLst>
      </pc:sldChg>
      <pc:sldChg chg="del">
        <pc:chgData name="山口 七星" userId="f3692df2-7686-4390-b3bf-9a553b6c30cf" providerId="ADAL" clId="{9F1ABF04-B7EC-4556-B6B9-71FDDF24C66E}" dt="2026-05-29T01:28:58.401" v="86" actId="47"/>
        <pc:sldMkLst>
          <pc:docMk/>
          <pc:sldMk cId="743653938" sldId="2147483629"/>
        </pc:sldMkLst>
      </pc:sldChg>
      <pc:sldChg chg="del">
        <pc:chgData name="山口 七星" userId="f3692df2-7686-4390-b3bf-9a553b6c30cf" providerId="ADAL" clId="{9F1ABF04-B7EC-4556-B6B9-71FDDF24C66E}" dt="2026-05-29T01:28:50.648" v="56" actId="47"/>
        <pc:sldMkLst>
          <pc:docMk/>
          <pc:sldMk cId="3598789773" sldId="2147483633"/>
        </pc:sldMkLst>
      </pc:sldChg>
      <pc:sldChg chg="del">
        <pc:chgData name="山口 七星" userId="f3692df2-7686-4390-b3bf-9a553b6c30cf" providerId="ADAL" clId="{9F1ABF04-B7EC-4556-B6B9-71FDDF24C66E}" dt="2026-05-29T01:28:50.930" v="57" actId="47"/>
        <pc:sldMkLst>
          <pc:docMk/>
          <pc:sldMk cId="2023907214" sldId="2147483635"/>
        </pc:sldMkLst>
      </pc:sldChg>
      <pc:sldChg chg="del">
        <pc:chgData name="山口 七星" userId="f3692df2-7686-4390-b3bf-9a553b6c30cf" providerId="ADAL" clId="{9F1ABF04-B7EC-4556-B6B9-71FDDF24C66E}" dt="2026-05-29T01:28:57.221" v="82" actId="47"/>
        <pc:sldMkLst>
          <pc:docMk/>
          <pc:sldMk cId="70594444" sldId="2147483636"/>
        </pc:sldMkLst>
      </pc:sldChg>
      <pc:sldChg chg="del">
        <pc:chgData name="山口 七星" userId="f3692df2-7686-4390-b3bf-9a553b6c30cf" providerId="ADAL" clId="{9F1ABF04-B7EC-4556-B6B9-71FDDF24C66E}" dt="2026-05-29T01:28:56.993" v="81" actId="47"/>
        <pc:sldMkLst>
          <pc:docMk/>
          <pc:sldMk cId="2733283925" sldId="2147483637"/>
        </pc:sldMkLst>
      </pc:sldChg>
      <pc:sldChg chg="del">
        <pc:chgData name="山口 七星" userId="f3692df2-7686-4390-b3bf-9a553b6c30cf" providerId="ADAL" clId="{9F1ABF04-B7EC-4556-B6B9-71FDDF24C66E}" dt="2026-05-29T01:28:48.829" v="51" actId="47"/>
        <pc:sldMkLst>
          <pc:docMk/>
          <pc:sldMk cId="3183297051" sldId="2147483638"/>
        </pc:sldMkLst>
      </pc:sldChg>
      <pc:sldChg chg="del">
        <pc:chgData name="山口 七星" userId="f3692df2-7686-4390-b3bf-9a553b6c30cf" providerId="ADAL" clId="{9F1ABF04-B7EC-4556-B6B9-71FDDF24C66E}" dt="2026-05-29T01:28:51.990" v="61" actId="47"/>
        <pc:sldMkLst>
          <pc:docMk/>
          <pc:sldMk cId="1606122034" sldId="2147483639"/>
        </pc:sldMkLst>
      </pc:sldChg>
      <pc:sldChg chg="del">
        <pc:chgData name="山口 七星" userId="f3692df2-7686-4390-b3bf-9a553b6c30cf" providerId="ADAL" clId="{9F1ABF04-B7EC-4556-B6B9-71FDDF24C66E}" dt="2026-05-29T01:28:52.087" v="62" actId="47"/>
        <pc:sldMkLst>
          <pc:docMk/>
          <pc:sldMk cId="144151856" sldId="2147483642"/>
        </pc:sldMkLst>
      </pc:sldChg>
      <pc:sldChg chg="del">
        <pc:chgData name="山口 七星" userId="f3692df2-7686-4390-b3bf-9a553b6c30cf" providerId="ADAL" clId="{9F1ABF04-B7EC-4556-B6B9-71FDDF24C66E}" dt="2026-05-29T01:28:49.999" v="54" actId="47"/>
        <pc:sldMkLst>
          <pc:docMk/>
          <pc:sldMk cId="1989828157" sldId="2147483643"/>
        </pc:sldMkLst>
      </pc:sldChg>
      <pc:sldChg chg="modSp mod modNotesTx">
        <pc:chgData name="山口 七星" userId="f3692df2-7686-4390-b3bf-9a553b6c30cf" providerId="ADAL" clId="{9F1ABF04-B7EC-4556-B6B9-71FDDF24C66E}" dt="2026-05-29T01:29:06.082" v="97" actId="20577"/>
        <pc:sldMkLst>
          <pc:docMk/>
          <pc:sldMk cId="2776381427" sldId="2147483644"/>
        </pc:sldMkLst>
        <pc:spChg chg="mod">
          <ac:chgData name="山口 七星" userId="f3692df2-7686-4390-b3bf-9a553b6c30cf" providerId="ADAL" clId="{9F1ABF04-B7EC-4556-B6B9-71FDDF24C66E}" dt="2026-05-29T01:28:37.250" v="27"/>
          <ac:spMkLst>
            <pc:docMk/>
            <pc:sldMk cId="2776381427" sldId="2147483644"/>
            <ac:spMk id="2" creationId="{2DAE35C4-5DAC-AA4C-A825-49B5B5F55AA5}"/>
          </ac:spMkLst>
        </pc:spChg>
        <pc:spChg chg="mod">
          <ac:chgData name="山口 七星" userId="f3692df2-7686-4390-b3bf-9a553b6c30cf" providerId="ADAL" clId="{9F1ABF04-B7EC-4556-B6B9-71FDDF24C66E}" dt="2026-05-29T01:28:44.396" v="43" actId="20577"/>
          <ac:spMkLst>
            <pc:docMk/>
            <pc:sldMk cId="2776381427" sldId="2147483644"/>
            <ac:spMk id="3" creationId="{8C0D7A5F-DF7F-9723-F1EA-AA66FE8A7C46}"/>
          </ac:spMkLst>
        </pc:spChg>
      </pc:sldChg>
      <pc:sldMasterChg chg="delSldLayout">
        <pc:chgData name="山口 七星" userId="f3692df2-7686-4390-b3bf-9a553b6c30cf" providerId="ADAL" clId="{9F1ABF04-B7EC-4556-B6B9-71FDDF24C66E}" dt="2026-05-29T01:28:59.156" v="89" actId="47"/>
        <pc:sldMasterMkLst>
          <pc:docMk/>
          <pc:sldMasterMk cId="3969612095" sldId="2147483672"/>
        </pc:sldMasterMkLst>
        <pc:sldLayoutChg chg="del">
          <pc:chgData name="山口 七星" userId="f3692df2-7686-4390-b3bf-9a553b6c30cf" providerId="ADAL" clId="{9F1ABF04-B7EC-4556-B6B9-71FDDF24C66E}" dt="2026-05-29T01:28:59.156" v="89" actId="47"/>
          <pc:sldLayoutMkLst>
            <pc:docMk/>
            <pc:sldMasterMk cId="3969612095" sldId="2147483672"/>
            <pc:sldLayoutMk cId="1571873467" sldId="214748370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E1B00-307C-472E-8C6E-C30C187CB000}" type="datetimeFigureOut">
              <a:t>2026/5/29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D9F41-3BFF-45D4-820D-70B5373EDC5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49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84868" y="3686673"/>
            <a:ext cx="4094369" cy="811063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300"/>
              </a:spcBef>
              <a:buNone/>
              <a:defRPr sz="1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</a:t>
            </a:r>
            <a:r>
              <a:rPr lang="en-US" altLang="ja-JP"/>
              <a:t>/</a:t>
            </a:r>
            <a:r>
              <a:rPr lang="ja-JP" altLang="en-US"/>
              <a:t>社名</a:t>
            </a:r>
            <a:r>
              <a:rPr lang="en-US" altLang="ja-JP"/>
              <a:t>/</a:t>
            </a:r>
            <a:r>
              <a:rPr lang="ja-JP" altLang="en-US"/>
              <a:t>証券コード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93993"/>
            <a:ext cx="10564837" cy="95334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300"/>
              </a:spcBef>
              <a:defRPr sz="2400" b="1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34F2C9D-6FCC-4FB2-914D-476A6D73A5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2" b="7818"/>
          <a:stretch/>
        </p:blipFill>
        <p:spPr>
          <a:xfrm>
            <a:off x="521566" y="382362"/>
            <a:ext cx="3372378" cy="396999"/>
          </a:xfrm>
          <a:prstGeom prst="rect">
            <a:avLst/>
          </a:prstGeom>
        </p:spPr>
      </p:pic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BCEAE399-6538-4D67-8F05-BAB254FD8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158916"/>
            <a:ext cx="3297870" cy="4194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600" b="0"/>
            </a:lvl1pPr>
          </a:lstStyle>
          <a:p>
            <a:pPr lvl="0"/>
            <a:r>
              <a:rPr kumimoji="1" lang="ja-JP" altLang="en-US"/>
              <a:t>会社名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CCFC3CD7-CDD8-4E40-89F3-6DAB1F13C9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2694" y="11336882"/>
            <a:ext cx="2688197" cy="292969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100" b="1"/>
            </a:lvl1pPr>
          </a:lstStyle>
          <a:p>
            <a:pPr lvl="0"/>
            <a:r>
              <a:rPr kumimoji="1" lang="ja-JP" altLang="en-US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17133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7670C0-5D79-4EDA-9C3E-824703A3BD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1185" y="2809875"/>
            <a:ext cx="1019077" cy="828000"/>
          </a:xfrm>
          <a:noFill/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番号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933" y="2809875"/>
            <a:ext cx="9635882" cy="828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F0A675-3E40-46C0-8F86-DA741582ED24}"/>
              </a:ext>
            </a:extLst>
          </p:cNvPr>
          <p:cNvSpPr txBox="1"/>
          <p:nvPr/>
        </p:nvSpPr>
        <p:spPr>
          <a:xfrm>
            <a:off x="11540816" y="6516707"/>
            <a:ext cx="455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7A9632-D6C5-4E2F-852B-E16C884A83D3}" type="slidenum">
              <a:rPr kumimoji="1" lang="ja-JP" altLang="en-US" sz="105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kumimoji="1" lang="ja-JP" alt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CF05F72-0B47-4A1E-8B8F-6A1F7EF13486}"/>
              </a:ext>
            </a:extLst>
          </p:cNvPr>
          <p:cNvSpPr txBox="1"/>
          <p:nvPr/>
        </p:nvSpPr>
        <p:spPr>
          <a:xfrm>
            <a:off x="7350798" y="6535943"/>
            <a:ext cx="4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800">
                <a:latin typeface="+mn-ea"/>
                <a:ea typeface="+mn-ea"/>
              </a:rPr>
              <a:t>Copyright(c) Kasumigaseki Capital Co.,</a:t>
            </a:r>
            <a:r>
              <a:rPr kumimoji="1" lang="ja-JP" altLang="en-US" sz="800">
                <a:latin typeface="+mn-ea"/>
                <a:ea typeface="+mn-ea"/>
              </a:rPr>
              <a:t> </a:t>
            </a:r>
            <a:r>
              <a:rPr kumimoji="1" lang="en-US" altLang="ja-JP" sz="800">
                <a:latin typeface="+mn-ea"/>
                <a:ea typeface="+mn-ea"/>
              </a:rPr>
              <a:t>Ltd. ALL Rights Reserved.</a:t>
            </a:r>
            <a:endParaRPr kumimoji="1" lang="ja-JP" altLang="en-US" sz="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462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46800" tIns="18000" rIns="468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3200"/>
            </a:lvl1pPr>
          </a:lstStyle>
          <a:p>
            <a:r>
              <a:rPr lang="en-US"/>
              <a:t>Slid Title</a:t>
            </a:r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27E15703-51FE-43D1-8B43-B46B159C5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0106" y="1599694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27" name="テキスト プレースホルダー 25">
            <a:extLst>
              <a:ext uri="{FF2B5EF4-FFF2-40B4-BE49-F238E27FC236}">
                <a16:creationId xmlns:a16="http://schemas.microsoft.com/office/drawing/2014/main" id="{2D0817B2-1A7F-4EE8-9435-110C7960F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3072" y="1599694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8" name="テキスト プレースホルダー 25">
            <a:extLst>
              <a:ext uri="{FF2B5EF4-FFF2-40B4-BE49-F238E27FC236}">
                <a16:creationId xmlns:a16="http://schemas.microsoft.com/office/drawing/2014/main" id="{5E1C9379-3D1B-46F7-83AB-0710091197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0106" y="2246736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29" name="テキスト プレースホルダー 25">
            <a:extLst>
              <a:ext uri="{FF2B5EF4-FFF2-40B4-BE49-F238E27FC236}">
                <a16:creationId xmlns:a16="http://schemas.microsoft.com/office/drawing/2014/main" id="{D3B53327-4A53-47D1-826C-93DFD4850D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93072" y="2246736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0" name="テキスト プレースホルダー 25">
            <a:extLst>
              <a:ext uri="{FF2B5EF4-FFF2-40B4-BE49-F238E27FC236}">
                <a16:creationId xmlns:a16="http://schemas.microsoft.com/office/drawing/2014/main" id="{52329EA2-54C1-4E72-B6C6-0DA516E0DF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0106" y="2893778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31" name="テキスト プレースホルダー 25">
            <a:extLst>
              <a:ext uri="{FF2B5EF4-FFF2-40B4-BE49-F238E27FC236}">
                <a16:creationId xmlns:a16="http://schemas.microsoft.com/office/drawing/2014/main" id="{1491E0C1-2FAE-41AB-B177-7CDE0832DB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93072" y="2893778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5" name="テキスト プレースホルダー 25">
            <a:extLst>
              <a:ext uri="{FF2B5EF4-FFF2-40B4-BE49-F238E27FC236}">
                <a16:creationId xmlns:a16="http://schemas.microsoft.com/office/drawing/2014/main" id="{2AC8A78C-D987-4694-A185-6CB347521D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0106" y="3540820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36" name="テキスト プレースホルダー 25">
            <a:extLst>
              <a:ext uri="{FF2B5EF4-FFF2-40B4-BE49-F238E27FC236}">
                <a16:creationId xmlns:a16="http://schemas.microsoft.com/office/drawing/2014/main" id="{FC1821EC-DA3A-40E7-AF7C-2AE178AB7B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93072" y="3540820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3" name="テキスト プレースホルダー 25">
            <a:extLst>
              <a:ext uri="{FF2B5EF4-FFF2-40B4-BE49-F238E27FC236}">
                <a16:creationId xmlns:a16="http://schemas.microsoft.com/office/drawing/2014/main" id="{139C017B-BC4A-4E1C-AECA-AE8C0150BE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0106" y="4187862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24" name="テキスト プレースホルダー 25">
            <a:extLst>
              <a:ext uri="{FF2B5EF4-FFF2-40B4-BE49-F238E27FC236}">
                <a16:creationId xmlns:a16="http://schemas.microsoft.com/office/drawing/2014/main" id="{89D8A994-47A6-402A-A700-56B55A9DBD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093072" y="4187862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4" name="テキスト プレースホルダー 25">
            <a:extLst>
              <a:ext uri="{FF2B5EF4-FFF2-40B4-BE49-F238E27FC236}">
                <a16:creationId xmlns:a16="http://schemas.microsoft.com/office/drawing/2014/main" id="{42DC790B-DFDF-4C11-8C29-6E114F4FB2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0106" y="5323537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45" name="テキスト プレースホルダー 25">
            <a:extLst>
              <a:ext uri="{FF2B5EF4-FFF2-40B4-BE49-F238E27FC236}">
                <a16:creationId xmlns:a16="http://schemas.microsoft.com/office/drawing/2014/main" id="{9BC7AF6F-EDC1-4606-BB3D-2C7F359809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93072" y="5323537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6" name="テキスト プレースホルダー 25">
            <a:extLst>
              <a:ext uri="{FF2B5EF4-FFF2-40B4-BE49-F238E27FC236}">
                <a16:creationId xmlns:a16="http://schemas.microsoft.com/office/drawing/2014/main" id="{A4E13F89-3259-41EC-AC53-15A0E585B8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0106" y="5970579"/>
            <a:ext cx="576000" cy="468000"/>
          </a:xfrm>
          <a:noFill/>
        </p:spPr>
        <p:txBody>
          <a:bodyPr lIns="46800" tIns="18000" rIns="46800" bIns="18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FontTx/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No.</a:t>
            </a:r>
            <a:endParaRPr kumimoji="1" lang="ja-JP" altLang="en-US"/>
          </a:p>
        </p:txBody>
      </p:sp>
      <p:sp>
        <p:nvSpPr>
          <p:cNvPr id="47" name="テキスト プレースホルダー 25">
            <a:extLst>
              <a:ext uri="{FF2B5EF4-FFF2-40B4-BE49-F238E27FC236}">
                <a16:creationId xmlns:a16="http://schemas.microsoft.com/office/drawing/2014/main" id="{3D3AF584-4BA6-4D5D-927E-FD6992EE0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3072" y="5970579"/>
            <a:ext cx="7643817" cy="468000"/>
          </a:xfrm>
        </p:spPr>
        <p:txBody>
          <a:bodyPr lIns="46800" tIns="18000" rIns="468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8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09614806-14A0-41C8-A5E4-4C383606A4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0" y="6501421"/>
            <a:ext cx="2019354" cy="2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6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6" y="1029134"/>
            <a:ext cx="11344031" cy="49208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784F2A37-1021-4280-B877-1A24DD1857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272365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付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5" y="1520826"/>
            <a:ext cx="11344031" cy="442912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86DC40D6-DE36-439F-8782-AB65BDCA9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917575"/>
            <a:ext cx="11344031" cy="468000"/>
          </a:xfrm>
        </p:spPr>
        <p:txBody>
          <a:bodyPr tIns="18000" bIns="18000" anchor="ctr">
            <a:no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  <p:sp>
        <p:nvSpPr>
          <p:cNvPr id="5" name="テキスト プレースホルダー 14">
            <a:extLst>
              <a:ext uri="{FF2B5EF4-FFF2-40B4-BE49-F238E27FC236}">
                <a16:creationId xmlns:a16="http://schemas.microsoft.com/office/drawing/2014/main" id="{A0AFD6AE-D16C-4184-903D-36BF365B7A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328967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572" userDrawn="1">
          <p15:clr>
            <a:srgbClr val="FBAE40"/>
          </p15:clr>
        </p15:guide>
        <p15:guide id="3" orient="horz" pos="8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とメッセージボックス付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6" y="1950882"/>
            <a:ext cx="11344031" cy="3999068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86DC40D6-DE36-439F-8782-AB65BDCA9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1508620"/>
            <a:ext cx="11344031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7" name="テキスト プレースホルダー 14">
            <a:extLst>
              <a:ext uri="{FF2B5EF4-FFF2-40B4-BE49-F238E27FC236}">
                <a16:creationId xmlns:a16="http://schemas.microsoft.com/office/drawing/2014/main" id="{91E95141-1A57-47C9-A9B2-9F6B4E4662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5A634E1F-1F4B-4E57-B0D4-40A39A82C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6" y="923361"/>
            <a:ext cx="11344031" cy="468000"/>
          </a:xfrm>
        </p:spPr>
        <p:txBody>
          <a:bodyPr anchor="ctr"/>
          <a:lstStyle>
            <a:lvl1pPr marL="180975" indent="-180975">
              <a:buFont typeface="Wingdings" panose="05000000000000000000" pitchFamily="2" charset="2"/>
              <a:buChar char="n"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</p:spTree>
    <p:extLst>
      <p:ext uri="{BB962C8B-B14F-4D97-AF65-F5344CB8AC3E}">
        <p14:creationId xmlns:p14="http://schemas.microsoft.com/office/powerpoint/2010/main" val="83445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888" userDrawn="1">
          <p15:clr>
            <a:srgbClr val="FBAE40"/>
          </p15:clr>
        </p15:guide>
        <p15:guide id="3" orient="horz" pos="942" userDrawn="1">
          <p15:clr>
            <a:srgbClr val="FBAE40"/>
          </p15:clr>
        </p15:guide>
        <p15:guide id="4" orient="horz" pos="1162" userDrawn="1">
          <p15:clr>
            <a:srgbClr val="FBAE40"/>
          </p15:clr>
        </p15:guide>
        <p15:guide id="5" orient="horz" pos="123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付左右二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985" y="1412876"/>
            <a:ext cx="5539153" cy="453707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862" y="1412876"/>
            <a:ext cx="5539153" cy="453707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C516AF3-1CCF-4E8F-A0FF-51E988007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1016000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1E2A7A14-B075-4BD5-B43D-4E31D9C7D9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8862" y="1016000"/>
            <a:ext cx="5539153" cy="338138"/>
          </a:xfrm>
        </p:spPr>
        <p:txBody>
          <a:bodyPr tIns="36000" bIns="36000" anchor="ctr">
            <a:normAutofit/>
          </a:bodyPr>
          <a:lstStyle>
            <a:lvl1pPr marL="0" indent="0"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テキスト プレースホルダー 14">
            <a:extLst>
              <a:ext uri="{FF2B5EF4-FFF2-40B4-BE49-F238E27FC236}">
                <a16:creationId xmlns:a16="http://schemas.microsoft.com/office/drawing/2014/main" id="{90CEE3FB-50B1-4CC7-8EBD-9C8C041B9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5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A7BC68E3-E5FC-46CA-AB03-D79A3FDCC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861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13938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6" userDrawn="1">
          <p15:clr>
            <a:srgbClr val="FBAE40"/>
          </p15:clr>
        </p15:guide>
        <p15:guide id="2" pos="3924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サブタイトルとメッセージボックス付1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DEAA0B8C-A921-403E-BBAE-7558B9368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985" y="922533"/>
            <a:ext cx="11344031" cy="468000"/>
          </a:xfrm>
        </p:spPr>
        <p:txBody>
          <a:bodyPr anchor="ctr"/>
          <a:lstStyle>
            <a:lvl1pPr marL="180975" indent="-180975">
              <a:buFont typeface="Wingdings" panose="05000000000000000000" pitchFamily="2" charset="2"/>
              <a:buChar char="n"/>
              <a:defRPr b="1">
                <a:solidFill>
                  <a:schemeClr val="tx2"/>
                </a:solidFill>
              </a:defRPr>
            </a:lvl1pPr>
            <a:lvl2pPr marL="534988" indent="-268288">
              <a:buFont typeface="Wingdings" panose="05000000000000000000" pitchFamily="2" charset="2"/>
              <a:buChar char="n"/>
              <a:defRPr/>
            </a:lvl2pPr>
            <a:lvl3pPr marL="801688" indent="-266700">
              <a:buFont typeface="Wingdings" panose="05000000000000000000" pitchFamily="2" charset="2"/>
              <a:buChar char="n"/>
              <a:defRPr/>
            </a:lvl3pPr>
            <a:lvl4pPr marL="1600200" indent="-228600">
              <a:buFont typeface="Wingdings" panose="05000000000000000000" pitchFamily="2" charset="2"/>
              <a:buChar char="n"/>
              <a:defRPr/>
            </a:lvl4pPr>
            <a:lvl5pPr marL="2057400" indent="-228600"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986" y="1950882"/>
            <a:ext cx="5539154" cy="3999068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86DC40D6-DE36-439F-8782-AB65BDCA9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5" y="1508620"/>
            <a:ext cx="5539154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7" name="テキスト プレースホルダー 14">
            <a:extLst>
              <a:ext uri="{FF2B5EF4-FFF2-40B4-BE49-F238E27FC236}">
                <a16:creationId xmlns:a16="http://schemas.microsoft.com/office/drawing/2014/main" id="{91E95141-1A57-47C9-A9B2-9F6B4E4662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4" y="6088380"/>
            <a:ext cx="11344032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EBA3BB-4284-456D-9C90-2AFF795262A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28861" y="1950882"/>
            <a:ext cx="5539154" cy="3999068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94D3AAED-1D03-47E4-B3C9-2DEAF9DDA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860" y="1508620"/>
            <a:ext cx="5539154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351983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FBAE40"/>
          </p15:clr>
        </p15:guide>
        <p15:guide id="2" orient="horz" pos="882" userDrawn="1">
          <p15:clr>
            <a:srgbClr val="FBAE40"/>
          </p15:clr>
        </p15:guide>
        <p15:guide id="3" orient="horz" pos="942" userDrawn="1">
          <p15:clr>
            <a:srgbClr val="FBAE40"/>
          </p15:clr>
        </p15:guide>
        <p15:guide id="4" orient="horz" pos="1162" userDrawn="1">
          <p15:clr>
            <a:srgbClr val="FBAE40"/>
          </p15:clr>
        </p15:guide>
        <p15:guide id="5" orient="horz" pos="1230" userDrawn="1">
          <p15:clr>
            <a:srgbClr val="FBAE40"/>
          </p15:clr>
        </p15:guide>
        <p15:guide id="7" pos="3756" userDrawn="1">
          <p15:clr>
            <a:srgbClr val="FBAE40"/>
          </p15:clr>
        </p15:guide>
        <p15:guide id="8" pos="39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付四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985" y="1412741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862" y="1412741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57F3D-388B-4CDB-80DB-7777F535C03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3987" y="4226944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E6142D-398B-4A3F-BE7F-ED8A0C2A6E1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28863" y="4226944"/>
            <a:ext cx="5539153" cy="1770407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40627FA3-5FEE-40B1-AAB0-ACF5CC10C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5" y="1016000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8" name="テキスト プレースホルダー 5">
            <a:extLst>
              <a:ext uri="{FF2B5EF4-FFF2-40B4-BE49-F238E27FC236}">
                <a16:creationId xmlns:a16="http://schemas.microsoft.com/office/drawing/2014/main" id="{23A5E087-6BD3-424A-A1EF-703F967BA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862" y="1016000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468482A0-3799-4170-88CE-BCC7A96BE6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985" y="3824288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5">
            <a:extLst>
              <a:ext uri="{FF2B5EF4-FFF2-40B4-BE49-F238E27FC236}">
                <a16:creationId xmlns:a16="http://schemas.microsoft.com/office/drawing/2014/main" id="{A97297D5-A359-47A6-98F3-3266BA19B0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8862" y="3824288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FDA83A0C-54D0-4EE9-93E9-752AE9E058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985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2" name="テキスト プレースホルダー 14">
            <a:extLst>
              <a:ext uri="{FF2B5EF4-FFF2-40B4-BE49-F238E27FC236}">
                <a16:creationId xmlns:a16="http://schemas.microsoft.com/office/drawing/2014/main" id="{D1027BFF-0352-4637-9147-FCDFA9C740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8861" y="6088380"/>
            <a:ext cx="5539154" cy="284310"/>
          </a:xfrm>
        </p:spPr>
        <p:txBody>
          <a:bodyPr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3" name="テキスト プレースホルダー 14">
            <a:extLst>
              <a:ext uri="{FF2B5EF4-FFF2-40B4-BE49-F238E27FC236}">
                <a16:creationId xmlns:a16="http://schemas.microsoft.com/office/drawing/2014/main" id="{4A0A6A9B-C359-490D-8464-CA86E2381B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985" y="3260325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9D9986AF-EA6C-45A6-9894-27E9CA4B37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8861" y="3260325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182664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6" userDrawn="1">
          <p15:clr>
            <a:srgbClr val="FBAE40"/>
          </p15:clr>
        </p15:guide>
        <p15:guide id="2" pos="3924" userDrawn="1">
          <p15:clr>
            <a:srgbClr val="FBAE40"/>
          </p15:clr>
        </p15:guide>
        <p15:guide id="3" orient="horz" pos="2245" userDrawn="1">
          <p15:clr>
            <a:srgbClr val="FBAE40"/>
          </p15:clr>
        </p15:guide>
        <p15:guide id="4" orient="horz" pos="240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とメッセージボックス付四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14631CA-8E55-4D1E-B791-02F53B3B23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3984" y="922533"/>
            <a:ext cx="5838092" cy="476250"/>
          </a:xfrm>
        </p:spPr>
        <p:txBody>
          <a:bodyPr anchor="ctr"/>
          <a:lstStyle>
            <a:lvl1pPr marL="180975" indent="-180975">
              <a:buFont typeface="Wingdings" panose="05000000000000000000" pitchFamily="2" charset="2"/>
              <a:buChar char="n"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メッセージボックス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985" y="1897822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862" y="1897822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57F3D-388B-4CDB-80DB-7777F535C03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3987" y="4332959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E6142D-398B-4A3F-BE7F-ED8A0C2A6E1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28863" y="4332959"/>
            <a:ext cx="5539153" cy="1627895"/>
          </a:xfrm>
        </p:spPr>
        <p:txBody>
          <a:bodyPr tIns="18000" bIns="18000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1050"/>
            </a:lvl1pPr>
            <a:lvl2pPr>
              <a:lnSpc>
                <a:spcPct val="100000"/>
              </a:lnSpc>
              <a:spcBef>
                <a:spcPts val="300"/>
              </a:spcBef>
              <a:defRPr sz="1050"/>
            </a:lvl2pPr>
            <a:lvl3pPr>
              <a:lnSpc>
                <a:spcPct val="100000"/>
              </a:lnSpc>
              <a:spcBef>
                <a:spcPts val="300"/>
              </a:spcBef>
              <a:defRPr sz="1050"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40627FA3-5FEE-40B1-AAB0-ACF5CC10CA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985" y="1510374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8" name="テキスト プレースホルダー 5">
            <a:extLst>
              <a:ext uri="{FF2B5EF4-FFF2-40B4-BE49-F238E27FC236}">
                <a16:creationId xmlns:a16="http://schemas.microsoft.com/office/drawing/2014/main" id="{23A5E087-6BD3-424A-A1EF-703F967BA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862" y="1510374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468482A0-3799-4170-88CE-BCC7A96BE6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985" y="3939596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5">
            <a:extLst>
              <a:ext uri="{FF2B5EF4-FFF2-40B4-BE49-F238E27FC236}">
                <a16:creationId xmlns:a16="http://schemas.microsoft.com/office/drawing/2014/main" id="{A97297D5-A359-47A6-98F3-3266BA19B0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8862" y="3939596"/>
            <a:ext cx="5539153" cy="338138"/>
          </a:xfrm>
        </p:spPr>
        <p:txBody>
          <a:bodyPr tIns="18000" bIns="1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200" b="1"/>
            </a:lvl1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2" name="テキスト プレースホルダー 14">
            <a:extLst>
              <a:ext uri="{FF2B5EF4-FFF2-40B4-BE49-F238E27FC236}">
                <a16:creationId xmlns:a16="http://schemas.microsoft.com/office/drawing/2014/main" id="{DA6B60D2-3244-4E5C-AB5A-E9F8FDC1D7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985" y="6010746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3" name="テキスト プレースホルダー 14">
            <a:extLst>
              <a:ext uri="{FF2B5EF4-FFF2-40B4-BE49-F238E27FC236}">
                <a16:creationId xmlns:a16="http://schemas.microsoft.com/office/drawing/2014/main" id="{E3BA259C-752B-4967-9BA1-EE301B13C9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861" y="6010746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6674DCC9-F76B-42BE-8FC3-7D3CAC26C4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3985" y="3571802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  <p:sp>
        <p:nvSpPr>
          <p:cNvPr id="17" name="テキスト プレースホルダー 14">
            <a:extLst>
              <a:ext uri="{FF2B5EF4-FFF2-40B4-BE49-F238E27FC236}">
                <a16:creationId xmlns:a16="http://schemas.microsoft.com/office/drawing/2014/main" id="{B796F145-05D1-4546-97E4-AA9F1739E4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8861" y="3571802"/>
            <a:ext cx="5539154" cy="284310"/>
          </a:xfrm>
        </p:spPr>
        <p:txBody>
          <a:bodyPr tIns="18000" bIns="18000" anchor="ctr">
            <a:noAutofit/>
          </a:bodyPr>
          <a:lstStyle>
            <a:lvl1pPr marL="358775" indent="-358775">
              <a:lnSpc>
                <a:spcPct val="100000"/>
              </a:lnSpc>
              <a:spcBef>
                <a:spcPts val="300"/>
              </a:spcBef>
              <a:buFontTx/>
              <a:buNone/>
              <a:defRPr sz="800">
                <a:latin typeface="+mn-ea"/>
                <a:ea typeface="+mn-ea"/>
              </a:defRPr>
            </a:lvl1pPr>
            <a:lvl2pPr marL="266700" indent="0">
              <a:buFontTx/>
              <a:buNone/>
              <a:defRPr/>
            </a:lvl2pPr>
            <a:lvl3pPr marL="534988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脚注：</a:t>
            </a:r>
          </a:p>
        </p:txBody>
      </p:sp>
    </p:spTree>
    <p:extLst>
      <p:ext uri="{BB962C8B-B14F-4D97-AF65-F5344CB8AC3E}">
        <p14:creationId xmlns:p14="http://schemas.microsoft.com/office/powerpoint/2010/main" val="77002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6" userDrawn="1">
          <p15:clr>
            <a:srgbClr val="FBAE40"/>
          </p15:clr>
        </p15:guide>
        <p15:guide id="2" pos="3924" userDrawn="1">
          <p15:clr>
            <a:srgbClr val="FBAE40"/>
          </p15:clr>
        </p15:guide>
        <p15:guide id="3" orient="horz" pos="2478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  <p15:guide id="6" orient="horz" pos="881" userDrawn="1">
          <p15:clr>
            <a:srgbClr val="FBAE40"/>
          </p15:clr>
        </p15:guide>
        <p15:guide id="7" orient="horz" pos="9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1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C09529-7DB5-4E09-8138-A382B23E597D}"/>
              </a:ext>
            </a:extLst>
          </p:cNvPr>
          <p:cNvSpPr txBox="1"/>
          <p:nvPr/>
        </p:nvSpPr>
        <p:spPr>
          <a:xfrm>
            <a:off x="11540816" y="6516707"/>
            <a:ext cx="455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7A9632-D6C5-4E2F-852B-E16C884A83D3}" type="slidenum">
              <a:rPr kumimoji="1" lang="ja-JP" altLang="en-US" sz="105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kumimoji="1" lang="ja-JP" alt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DD6108-D021-49F4-9807-AF8D463FFAD9}"/>
              </a:ext>
            </a:extLst>
          </p:cNvPr>
          <p:cNvSpPr txBox="1"/>
          <p:nvPr/>
        </p:nvSpPr>
        <p:spPr>
          <a:xfrm>
            <a:off x="7350798" y="6535943"/>
            <a:ext cx="4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800">
                <a:latin typeface="+mn-ea"/>
                <a:ea typeface="+mn-ea"/>
              </a:rPr>
              <a:t>Copyright(c) Kasumigaseki Capital Co.,</a:t>
            </a:r>
            <a:r>
              <a:rPr kumimoji="1" lang="ja-JP" altLang="en-US" sz="800">
                <a:latin typeface="+mn-ea"/>
                <a:ea typeface="+mn-ea"/>
              </a:rPr>
              <a:t> </a:t>
            </a:r>
            <a:r>
              <a:rPr kumimoji="1" lang="en-US" altLang="ja-JP" sz="800">
                <a:latin typeface="+mn-ea"/>
                <a:ea typeface="+mn-ea"/>
              </a:rPr>
              <a:t>Ltd. ALL Rights Reserved.</a:t>
            </a:r>
            <a:endParaRPr kumimoji="1" lang="ja-JP" altLang="en-US" sz="800">
              <a:latin typeface="+mn-ea"/>
              <a:ea typeface="+mn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A5B9543-7E5D-435F-B065-DF13D549E3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0" y="6501421"/>
            <a:ext cx="2019354" cy="2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7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4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4" y="458947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DA06-20A4-4AA0-B421-4698B807DB4A}" type="datetime1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81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986" y="156863"/>
            <a:ext cx="11344031" cy="592405"/>
          </a:xfrm>
          <a:prstGeom prst="rect">
            <a:avLst/>
          </a:prstGeom>
        </p:spPr>
        <p:txBody>
          <a:bodyPr vert="horz" lIns="46800" tIns="18000" rIns="46800" bIns="1800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986" y="1029132"/>
            <a:ext cx="11344031" cy="5336193"/>
          </a:xfrm>
          <a:prstGeom prst="rect">
            <a:avLst/>
          </a:prstGeom>
        </p:spPr>
        <p:txBody>
          <a:bodyPr vert="horz" lIns="46800" tIns="18000" rIns="46800" bIns="1800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A0BCE56-99A6-4E9F-8C07-3513F124164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0" y="6501421"/>
            <a:ext cx="2019354" cy="28449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505F70-D40B-4D05-911A-33DA2A90A38D}"/>
              </a:ext>
            </a:extLst>
          </p:cNvPr>
          <p:cNvSpPr txBox="1"/>
          <p:nvPr/>
        </p:nvSpPr>
        <p:spPr>
          <a:xfrm>
            <a:off x="7350798" y="6535943"/>
            <a:ext cx="4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800">
                <a:latin typeface="+mn-ea"/>
                <a:ea typeface="+mn-ea"/>
              </a:rPr>
              <a:t>Copyright(c) Kasumigaseki Capital Co.,</a:t>
            </a:r>
            <a:r>
              <a:rPr kumimoji="1" lang="ja-JP" altLang="en-US" sz="800">
                <a:latin typeface="+mn-ea"/>
                <a:ea typeface="+mn-ea"/>
              </a:rPr>
              <a:t> </a:t>
            </a:r>
            <a:r>
              <a:rPr kumimoji="1" lang="en-US" altLang="ja-JP" sz="800">
                <a:latin typeface="+mn-ea"/>
                <a:ea typeface="+mn-ea"/>
              </a:rPr>
              <a:t>Ltd. ALL Rights Reserved.</a:t>
            </a:r>
            <a:endParaRPr kumimoji="1" lang="ja-JP" altLang="en-US" sz="800"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60C33F-FE69-414B-9A6D-26F264F292A5}"/>
              </a:ext>
            </a:extLst>
          </p:cNvPr>
          <p:cNvSpPr/>
          <p:nvPr/>
        </p:nvSpPr>
        <p:spPr>
          <a:xfrm flipV="1">
            <a:off x="195638" y="793924"/>
            <a:ext cx="1180072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BE3C6E-64D5-4B77-9D02-000E56BA2A5B}"/>
              </a:ext>
            </a:extLst>
          </p:cNvPr>
          <p:cNvSpPr txBox="1"/>
          <p:nvPr/>
        </p:nvSpPr>
        <p:spPr>
          <a:xfrm>
            <a:off x="11540816" y="6516707"/>
            <a:ext cx="455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7A9632-D6C5-4E2F-852B-E16C884A83D3}" type="slidenum">
              <a:rPr kumimoji="1" lang="ja-JP" altLang="en-US" sz="105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kumimoji="1" lang="ja-JP" altLang="en-US" sz="105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2" r:id="rId3"/>
    <p:sldLayoutId id="2147483674" r:id="rId4"/>
    <p:sldLayoutId id="2147483691" r:id="rId5"/>
    <p:sldLayoutId id="2147483694" r:id="rId6"/>
    <p:sldLayoutId id="2147483688" r:id="rId7"/>
    <p:sldLayoutId id="2147483701" r:id="rId8"/>
    <p:sldLayoutId id="2147483690" r:id="rId9"/>
    <p:sldLayoutId id="2147483700" r:id="rId10"/>
    <p:sldLayoutId id="2147483678" r:id="rId11"/>
    <p:sldLayoutId id="214748367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68288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游ゴシック" panose="020B0400000000000000" pitchFamily="50" charset="-128"/>
        <a:buChar char="‒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266700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 userDrawn="1">
          <p15:clr>
            <a:srgbClr val="F26B43"/>
          </p15:clr>
        </p15:guide>
        <p15:guide id="2" pos="128" userDrawn="1">
          <p15:clr>
            <a:srgbClr val="F26B43"/>
          </p15:clr>
        </p15:guide>
        <p15:guide id="3" pos="7552" userDrawn="1">
          <p15:clr>
            <a:srgbClr val="F26B43"/>
          </p15:clr>
        </p15:guide>
        <p15:guide id="4" pos="267" userDrawn="1">
          <p15:clr>
            <a:srgbClr val="F26B43"/>
          </p15:clr>
        </p15:guide>
        <p15:guide id="5" pos="7413" userDrawn="1">
          <p15:clr>
            <a:srgbClr val="F26B43"/>
          </p15:clr>
        </p15:guide>
        <p15:guide id="6" orient="horz" pos="4015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solidFill>
                  <a:srgbClr val="44546A"/>
                </a:solidFill>
              </a:rPr>
              <a:t>ホテル事業部  AI 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FAFAF"/>
                </a:solidFill>
              </a:rPr>
              <a:t>第1回 AI活用グランプリ　活用事例部門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46A"/>
                </a:solidFill>
              </a:rPr>
              <a:t>現場情報を、経営判断・稟議・実行指示に変換するAI業務基盤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山口七星　｜　Hospitality and Culture Division　｜　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2240280"/>
            <a:ext cx="2377440" cy="59436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3317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85292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FAFAF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2990088"/>
            <a:ext cx="2377440" cy="5943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30815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AI処理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60273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FAFAF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739896"/>
            <a:ext cx="2377440" cy="59436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831335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35254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FAFA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4489704"/>
            <a:ext cx="2377440" cy="59436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45811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実行管理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一言で言うと：「誰でも・すぐ・使える」AI業務基盤を作りました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371600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コンセプト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3566160" cy="192024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097280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Q. AIって結局、
山口さんだから
できるんでしょ？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3063240"/>
            <a:ext cx="3566160" cy="21945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3108960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→ 違います。
プロンプトと出力フォーマットをテンプレート化し、
誰でも同じ品質で再現できる仕組みです。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051560"/>
            <a:ext cx="3566160" cy="192024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097280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Q. ホテル事業部
以外には
関係ない話では？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3063240"/>
            <a:ext cx="3566160" cy="21945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108960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→ 違います。
投資・法務・経理・営業など
全部署の業務に同じフレームで展開できます。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1051560"/>
            <a:ext cx="3566160" cy="192024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097280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Q. AIを使えば
本当に
76%も削減できる？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3063240"/>
            <a:ext cx="3566160" cy="21945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3108960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→ できました。
Before/Afterを実測し、
複数週の平均で計算した数字です。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5440680"/>
            <a:ext cx="11347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4546A"/>
                </a:solidFill>
              </a:rPr>
              <a:t>この3つの問いに答え続けるのが、このプレゼンです。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取り組みの背景　―　属人化と手戻りが意思決定速度を下げていた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371600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背景・課題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5577840" cy="2057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1051560"/>
            <a:ext cx="530352" cy="20574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7099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14300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情報の属人化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600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Teams・PMS・会議メモ・OTA・ベンダー見積が散在
優先順位の判断が担当者経験に完全依存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2057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30352" cy="20574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099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14300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報告品質のばらつき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00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論点整理の深さ・経営向けの見せ方に担当者差
差し戻し・再考の時間が発生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" y="3337560"/>
            <a:ext cx="5577840" cy="2057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" y="3337560"/>
            <a:ext cx="530352" cy="20574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39959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42900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専門知識への依存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886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要件定義・市場調査・SNS戦略・価格施策を
外部委託または専門人材に依存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337560"/>
            <a:ext cx="5577840" cy="2057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337560"/>
            <a:ext cx="530352" cy="20574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99592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2900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</a:rPr>
              <a:t>施策実行の遅延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886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</a:rPr>
              <a:t>報告・稟議・準備に時間がかかり
価格施策・開業準備の意思決定頻度が限定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解決策：Input→AI処理→Output→実行管理　を業務フローに組込む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371600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解決策・概要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2743200" cy="411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07899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627632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7190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現場メモ
売上数値
会議内容
ベンダー論点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288036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546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051560"/>
            <a:ext cx="2743200" cy="411480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07899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AI処理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1627632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7190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論点整理
構造化
言語変換
ToDo化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88036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546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2743200" cy="411480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07899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27632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役員報告
稟議文案
週次レポート
価格施策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88036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4546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53728" y="1051560"/>
            <a:ext cx="2743200" cy="411480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07899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実行管理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1627632"/>
            <a:ext cx="2560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17190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Notion連携
進捗管理
承認サマリー
宿題管理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5303520"/>
            <a:ext cx="11347704" cy="5943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設計思想：AIを「清書係」ではなく「判断補助の業務OS」として位置づけ。優秀な担当者の思考プロセスをプロンプト化し、誰でも同じ品質で再現できる仕組みを設計した点が特徴です。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LIVE DEMO　―　今から画面共有で11スキルを実際に動かします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467612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3761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11347704" cy="56692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事例D：11スキル連携によるインバウンド戦略内製化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783080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856231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① competitive-intelligence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783080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5" y="1856231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② source-validation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1783080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856231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③ knowledge-structuring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" y="2441448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④ deep-research-synthesizer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2816" y="2441448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2514600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⑤ flowchart-decision-builder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441448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514600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⑥ scqa-writing-framework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3099815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17296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⑦ workflow-automation-agent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816" y="3099815"/>
            <a:ext cx="356616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4255" y="317296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⑧ hook-generator → ⑨ structured-copywriting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3099815"/>
            <a:ext cx="3566160" cy="54864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317296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⑩ content-repurposing → ⑪ tone-style-enforcer ← 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" y="3822191"/>
            <a:ext cx="11347704" cy="4572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" y="3931920"/>
            <a:ext cx="3566160" cy="12344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" y="3931920"/>
            <a:ext cx="356616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9593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驚き①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3251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調査から広告コピーまで、AIが11工程を自動連携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3931920"/>
            <a:ext cx="3566160" cy="12344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42816" y="3931920"/>
            <a:ext cx="356616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5" y="39593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驚き②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5" y="43251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代理店に依頼していた戦略立案・コンテンツ制作が0円で内製化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3931920"/>
            <a:ext cx="3566160" cy="12344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3931920"/>
            <a:ext cx="3566160" cy="347472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8" y="39593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驚き③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43251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このフレームは投資・法務・経理・営業でも全く同じ構造で使える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5303520"/>
            <a:ext cx="11347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</a:rPr>
              <a:t>（デモ後 → 次のスライドへ）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44546A"/>
                </a:solidFill>
              </a:rPr>
              <a:t>効果：4事例平均76%の工数削減　―　実測値に基づく数字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371600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期待効果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24128"/>
            <a:ext cx="11347704" cy="4754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【計測方法】AI導入前：各業務の実作業時間をストップウォッチ計測・記録　／　AI導入後：同一業務を再計測し複数週の平均を算出　→　主観排除・再現可能な計測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627632"/>
            <a:ext cx="356616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" y="1627632"/>
            <a:ext cx="3566160" cy="36576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645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週次レポート
作成時間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645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06654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週150分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4688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週30分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627632"/>
            <a:ext cx="356616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627632"/>
            <a:ext cx="3566160" cy="36576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1645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週次アジェンダ
更新時間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1645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06654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週60分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4688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週5分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27632"/>
            <a:ext cx="356616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645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ベンダー要件定義
対応工数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2448" y="1645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06654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週20h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4688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週6h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" y="3776472"/>
            <a:ext cx="356616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" y="3776472"/>
            <a:ext cx="3566160" cy="36576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7947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市場調査
戦略立案コスト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8064" y="37947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▲100%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42153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数百万円/案件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4617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0円（AI内製）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2816" y="3776472"/>
            <a:ext cx="356616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2816" y="3776472"/>
            <a:ext cx="3566160" cy="365760"/>
          </a:xfrm>
          <a:prstGeom prst="rect">
            <a:avLst/>
          </a:prstGeom>
          <a:solidFill>
            <a:srgbClr val="F6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255" y="37947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同時進行
開業準備物件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0256" y="37947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3倍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42153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1物件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4617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3物件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3776472"/>
            <a:ext cx="356616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3776472"/>
            <a:ext cx="3566160" cy="3657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37947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価格施策
検討頻度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37947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4倍+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42153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</a:rPr>
              <a:t>Before:  月1回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4617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</a:rPr>
              <a:t>After:    週次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44546A"/>
                </a:solidFill>
              </a:rPr>
              <a:t>実現性・横展開　―　「山口以外でも使える」理由と全部署展開ロードマップ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371600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実現性・横展開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24128"/>
            <a:ext cx="11347704" cy="47548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98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再現性の根拠：①プロンプト集  ②入力フォーマット  ③出力フォーマット  ④利用ルール　の4点を整備。誰でも同じ品質で実行できる状態に標準化済み。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664208"/>
            <a:ext cx="3566160" cy="15727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" y="1664208"/>
            <a:ext cx="3566160" cy="365760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09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投資・不動産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03120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46A"/>
                </a:solidFill>
              </a:rPr>
              <a:t>物件情報の論点整理
投資判断メモ
リスク抽出
稟議文案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664208"/>
            <a:ext cx="3566160" cy="15727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1664208"/>
            <a:ext cx="3566160" cy="365760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5" y="1709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開発・建設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103120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46A"/>
                </a:solidFill>
              </a:rPr>
              <a:t>設計・工事メモ→要件定義
ベンダー確認事項整理
進捗報告の自動成型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664208"/>
            <a:ext cx="3566160" cy="15727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664208"/>
            <a:ext cx="356616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709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経理・財務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103120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46A"/>
                </a:solidFill>
              </a:rPr>
              <a:t>請求・証憑リスク整理
会計処理パターン整理
稟議変換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3383280"/>
            <a:ext cx="3566160" cy="15727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" y="3383280"/>
            <a:ext cx="3566160" cy="36576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429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法務・コンプラ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822191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46A"/>
                </a:solidFill>
              </a:rPr>
              <a:t>契約書レビュー観点
リスク分類
確認事項リスト作成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3383280"/>
            <a:ext cx="3566160" cy="15727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3383280"/>
            <a:ext cx="3566160" cy="365760"/>
          </a:xfrm>
          <a:prstGeom prst="rect">
            <a:avLst/>
          </a:prstGeom>
          <a:solidFill>
            <a:srgbClr val="F6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5" y="3429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営業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3822191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46A"/>
                </a:solidFill>
              </a:rPr>
              <a:t>商談メモ→提案書変換
顧客別アプローチ整理
案件管理の自動更新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83280"/>
            <a:ext cx="3566160" cy="157276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3383280"/>
            <a:ext cx="3566160" cy="3657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3429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経営企画／人事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822191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46A"/>
                </a:solidFill>
              </a:rPr>
              <a:t>会議ログ→論点整理
役員サマリー
面談メモ→求人票変換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" y="5212080"/>
            <a:ext cx="11347704" cy="47548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48656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46A"/>
                </a:solidFill>
              </a:rPr>
              <a:t>ガバナンス：投入前マスキング運用 ／ 学習使用なし契約プラン（ChatGPT Teams等） ／ 情シス・AILABと利用ガイドライン共同策定中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900" b="1">
                <a:solidFill>
                  <a:srgbClr val="44546A"/>
                </a:solidFill>
              </a:rPr>
              <a:t>まとめ　―　判断補助の業務基盤を、KC全社に展開します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777240"/>
            <a:ext cx="1371600" cy="256032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7955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051560"/>
            <a:ext cx="11347704" cy="62179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AIの価値は文章をきれいにすることではありません。現場の情報を、意思決定できる状態に変換することです。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292608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920240"/>
            <a:ext cx="2926080" cy="64008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02996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FA1"/>
                </a:solidFill>
              </a:rPr>
              <a:t>76%
工数削減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82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FAFAF"/>
                </a:solidFill>
              </a:rPr>
              <a:t>4事例平均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20240"/>
            <a:ext cx="292608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920240"/>
            <a:ext cx="2926080" cy="64008"/>
          </a:xfrm>
          <a:prstGeom prst="rect">
            <a:avLst/>
          </a:prstGeom>
          <a:solidFill>
            <a:srgbClr val="E4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2996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49595"/>
                </a:solidFill>
              </a:rPr>
              <a:t>0円
内製化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82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FAFAF"/>
                </a:solidFill>
              </a:rPr>
              <a:t>代理店費→AI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2926080" cy="196596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2926080" cy="64008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02996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9D18E"/>
                </a:solidFill>
              </a:rPr>
              <a:t>3倍
同時推進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182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FAFAF"/>
                </a:solidFill>
              </a:rPr>
              <a:t>開業準備物件数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4069080"/>
            <a:ext cx="3566160" cy="129844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" y="4069080"/>
            <a:ext cx="64008" cy="1298448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</a:rPr>
              <a:t>誰でも使える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5262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プロンプト化・テンプレート化で属人化を解消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4069080"/>
            <a:ext cx="3566160" cy="129844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4069080"/>
            <a:ext cx="64008" cy="1298448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7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</a:rPr>
              <a:t>全部署で使える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5262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調査→構造化→実行化のフレームは業務を選ばない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4069080"/>
            <a:ext cx="3566160" cy="129844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4069080"/>
            <a:ext cx="64008" cy="1298448"/>
          </a:xfrm>
          <a:prstGeom prst="rect">
            <a:avLst/>
          </a:prstGeom>
          <a:solidFill>
            <a:srgbClr val="F5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</a:rPr>
              <a:t>数字で証明できる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5262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</a:rPr>
              <a:t>Before/After実測・複数週平均で根拠を担保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5577840"/>
            <a:ext cx="11347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</a:rP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Cテンプレ">
  <a:themeElements>
    <a:clrScheme name="霞が関キャピタル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5AFA1"/>
      </a:accent1>
      <a:accent2>
        <a:srgbClr val="E49595"/>
      </a:accent2>
      <a:accent3>
        <a:srgbClr val="AFAFAF"/>
      </a:accent3>
      <a:accent4>
        <a:srgbClr val="F6B69E"/>
      </a:accent4>
      <a:accent5>
        <a:srgbClr val="ADA9A9"/>
      </a:accent5>
      <a:accent6>
        <a:srgbClr val="A9D18E"/>
      </a:accent6>
      <a:hlink>
        <a:srgbClr val="0563C1"/>
      </a:hlink>
      <a:folHlink>
        <a:srgbClr val="954F72"/>
      </a:folHlink>
    </a:clrScheme>
    <a:fontScheme name="霞が関キャピタルテンプレート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05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>
              <a:lumMod val="50000"/>
            </a:schemeClr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46800" tIns="18000" rIns="46800" bIns="18000" rtlCol="0">
        <a:spAutoFit/>
      </a:bodyPr>
      <a:lstStyle>
        <a:defPPr algn="l">
          <a:spcBef>
            <a:spcPts val="600"/>
          </a:spcBef>
          <a:spcAft>
            <a:spcPts val="600"/>
          </a:spcAft>
          <a:defRPr kumimoji="1"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Cテンプレ" id="{FC70142B-0150-46D1-B50E-85A2EDEC23E9}" vid="{B0739039-F209-44E0-9CA0-18767BCE51D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58CE524F7D0E642BAE6F1AA11991E91" ma:contentTypeVersion="19" ma:contentTypeDescription="新しいドキュメントを作成します。" ma:contentTypeScope="" ma:versionID="2e3ac8fa3f01fdf23199afeb45d4c085">
  <xsd:schema xmlns:xsd="http://www.w3.org/2001/XMLSchema" xmlns:xs="http://www.w3.org/2001/XMLSchema" xmlns:p="http://schemas.microsoft.com/office/2006/metadata/properties" xmlns:ns2="e3b46fb8-25af-45c1-8533-65072bab4250" xmlns:ns3="a6dad6e6-8cbb-4a57-81b7-d497a5fdeeb5" targetNamespace="http://schemas.microsoft.com/office/2006/metadata/properties" ma:root="true" ma:fieldsID="7317da57098c075575c91968cccd7a7f" ns2:_="" ns3:_="">
    <xsd:import namespace="e3b46fb8-25af-45c1-8533-65072bab4250"/>
    <xsd:import namespace="a6dad6e6-8cbb-4a57-81b7-d497a5fdee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46fb8-25af-45c1-8533-65072bab42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bc92feef-5b3b-4b72-a0cf-44da08e524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ad6e6-8cbb-4a57-81b7-d497a5fdeeb5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1dac8aa-ed81-4674-8184-f6e04d0235cb}" ma:internalName="TaxCatchAll" ma:showField="CatchAllData" ma:web="a6dad6e6-8cbb-4a57-81b7-d497a5fdee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dad6e6-8cbb-4a57-81b7-d497a5fdeeb5" xsi:nil="true"/>
    <lcf76f155ced4ddcb4097134ff3c332f xmlns="e3b46fb8-25af-45c1-8533-65072bab42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CBA732-C7F0-4905-8F9E-B724CDA738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41307-DBE8-4A92-8EDF-6E53BD2E3A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b46fb8-25af-45c1-8533-65072bab4250"/>
    <ds:schemaRef ds:uri="a6dad6e6-8cbb-4a57-81b7-d497a5fdee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82466D-3644-455A-8A98-5A7610407DC7}">
  <ds:schemaRefs>
    <ds:schemaRef ds:uri="a6dad6e6-8cbb-4a57-81b7-d497a5fdeeb5"/>
    <ds:schemaRef ds:uri="e3b46fb8-25af-45c1-8533-65072bab425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ワイド画面</PresentationFormat>
  <Paragraphs>4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Calibri</vt:lpstr>
      <vt:lpstr>Wingdings</vt:lpstr>
      <vt:lpstr>KCテンプレ</vt:lpstr>
      <vt:lpstr>X</vt:lpstr>
      <vt:lpstr>XXXX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LINE×会員プログラム施策</dc:title>
  <dc:creator>山口 七星</dc:creator>
  <cp:lastModifiedBy>山口 七星</cp:lastModifiedBy>
  <cp:revision>954</cp:revision>
  <dcterms:created xsi:type="dcterms:W3CDTF">2024-12-22T08:23:12Z</dcterms:created>
  <dcterms:modified xsi:type="dcterms:W3CDTF">2026-05-29T03:19:20Z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0x010100758CE524F7D0E642BAE6F1AA11991E91</vt:lpwstr>
  </property>
  <property fmtid="{D5CDD505-2E9C-101B-9397-08002B2CF9AE}" pid="3" name="MediaServiceImageTags">
    <vt:lpwstr/>
  </property>
</Properties>
</file>